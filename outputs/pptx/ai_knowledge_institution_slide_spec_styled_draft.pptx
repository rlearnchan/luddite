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slide_no: 1</a:t>
            </a:r>
          </a:p>
          <a:p>
            <a:r>
              <a:t>layout_type: title</a:t>
            </a:r>
          </a:p>
          <a:p>
            <a:r>
              <a:t>style_profile_loaded: True</a:t>
            </a:r>
          </a:p>
          <a:p>
            <a:r>
              <a:t>style_profile_path: data/style_profiles/syukaworld_ppt_style_profile.json</a:t>
            </a:r>
          </a:p>
          <a:p>
            <a:r>
              <a:t>applied_font_family: 맑은 고딕</a:t>
            </a:r>
          </a:p>
          <a:p>
            <a:r>
              <a:t>applied_fallback_font: Malgun Gothic</a:t>
            </a:r>
          </a:p>
          <a:p>
            <a:r>
              <a:t>source_slide_refs: [</a:t>
            </a:r>
          </a:p>
          <a:p>
            <a:r>
              <a:t>  1</a:t>
            </a:r>
          </a:p>
          <a:p>
            <a:r>
              <a:t>]</a:t>
            </a:r>
          </a:p>
          <a:p>
            <a:r>
              <a:t>proof_object_type: none</a:t>
            </a:r>
          </a:p>
          <a:p>
            <a:r>
              <a:t>proof_object_required: False</a:t>
            </a:r>
          </a:p>
          <a:p>
            <a:r>
              <a:t>proof_object_screen_position: none</a:t>
            </a:r>
          </a:p>
          <a:p>
            <a:r>
              <a:t>manual_placeholder_hidden: False</a:t>
            </a:r>
          </a:p>
          <a:p/>
          <a:p>
            <a:r>
              <a:t>screen_body_lines:</a:t>
            </a:r>
          </a:p>
          <a:p>
            <a:r>
              <a:t>[</a:t>
            </a:r>
          </a:p>
          <a:p>
            <a:r>
              <a:t>  "검색창을 열기도 전에",</a:t>
            </a:r>
          </a:p>
          <a:p>
            <a:r>
              <a:t>  "답안지가 먼저 나온다"</a:t>
            </a:r>
          </a:p>
          <a:p>
            <a:r>
              <a:t>]</a:t>
            </a:r>
          </a:p>
          <a:p>
            <a:r>
              <a:t>overflow_body_lines:</a:t>
            </a:r>
          </a:p>
          <a:p>
            <a:r>
              <a:t>[</a:t>
            </a:r>
          </a:p>
          <a:p>
            <a:r>
              <a:t>  "검색창이 아니라 답안지가 된 AI",</a:t>
            </a:r>
          </a:p>
          <a:p>
            <a:r>
              <a:t>  "학교와 박물관은 이제 무엇을 가르쳐야 할까"</a:t>
            </a:r>
          </a:p>
          <a:p>
            <a:r>
              <a:t>]</a:t>
            </a:r>
          </a:p>
          <a:p/>
          <a:p>
            <a:r>
              <a:t>source_urls:</a:t>
            </a:r>
          </a:p>
          <a:p>
            <a:r>
              <a:t>image_urls:</a:t>
            </a:r>
          </a:p>
          <a:p/>
          <a:p>
            <a:r>
              <a:t>flags:</a:t>
            </a:r>
          </a:p>
          <a:p>
            <a:r>
              <a:t>- needs_source: False</a:t>
            </a:r>
          </a:p>
          <a:p>
            <a:r>
              <a:t>- needs_fact_check: False</a:t>
            </a:r>
          </a:p>
          <a:p>
            <a:r>
              <a:t>- required_before_broadcast: False</a:t>
            </a:r>
          </a:p>
          <a:p>
            <a:r>
              <a:t>- copyright_risk: False</a:t>
            </a:r>
          </a:p>
          <a:p/>
          <a:p>
            <a:r>
              <a:t>visual_plan:</a:t>
            </a:r>
          </a:p>
          <a:p>
            <a:r>
              <a:t>{</a:t>
            </a:r>
          </a:p>
          <a:p>
            <a:r>
              <a:t>  "kind": "none",</a:t>
            </a:r>
          </a:p>
          <a:p>
            <a:r>
              <a:t>  "description": "",</a:t>
            </a:r>
          </a:p>
          <a:p>
            <a:r>
              <a:t>  "source_note": null,</a:t>
            </a:r>
          </a:p>
          <a:p>
            <a:r>
              <a:t>  "copyright_risk": false,</a:t>
            </a:r>
          </a:p>
          <a:p>
            <a:r>
              <a:t>  "manual_check_required": false,</a:t>
            </a:r>
          </a:p>
          <a:p>
            <a:r>
              <a:t>  "prompt_if_ai_image": null</a:t>
            </a:r>
          </a:p>
          <a:p>
            <a:r>
              <a:t>}</a:t>
            </a:r>
          </a:p>
          <a:p/>
          <a:p>
            <a:r>
              <a:t>proof_object:</a:t>
            </a:r>
          </a:p>
          <a:p>
            <a:r>
              <a:t>{</a:t>
            </a:r>
          </a:p>
          <a:p>
            <a:r>
              <a:t>  "type": "none",</a:t>
            </a:r>
          </a:p>
          <a:p>
            <a:r>
              <a:t>  "required": false,</a:t>
            </a:r>
          </a:p>
          <a:p>
            <a:r>
              <a:t>  "screen_position": "none",</a:t>
            </a:r>
          </a:p>
          <a:p>
            <a:r>
              <a:t>  "display_label": "",</a:t>
            </a:r>
          </a:p>
          <a:p>
            <a:r>
              <a:t>  "source_url": null,</a:t>
            </a:r>
          </a:p>
          <a:p>
            <a:r>
              <a:t>  "image_url": null,</a:t>
            </a:r>
          </a:p>
          <a:p>
            <a:r>
              <a:t>  "copyright_risk": false,</a:t>
            </a:r>
          </a:p>
          <a:p>
            <a:r>
              <a:t>  "manual_insert_required": false,</a:t>
            </a:r>
          </a:p>
          <a:p>
            <a:r>
              <a:t>  "source_name": null,</a:t>
            </a:r>
          </a:p>
          <a:p>
            <a:r>
              <a:t>  "display_title": null,</a:t>
            </a:r>
          </a:p>
          <a:p>
            <a:r>
              <a:t>  "quote_text": null,</a:t>
            </a:r>
          </a:p>
          <a:p>
            <a:r>
              <a:t>  "quote_translation": null,</a:t>
            </a:r>
          </a:p>
          <a:p>
            <a:r>
              <a:t>  "chart_title": null,</a:t>
            </a:r>
          </a:p>
          <a:p>
            <a:r>
              <a:t>  "chart_source_label": null,</a:t>
            </a:r>
          </a:p>
          <a:p>
            <a:r>
              <a:t>  "data_hint": null,</a:t>
            </a:r>
          </a:p>
          <a:p>
            <a:r>
              <a:t>  "diagram_nodes": [],</a:t>
            </a:r>
          </a:p>
          <a:p>
            <a:r>
              <a:t>  "diagram_edges": [],</a:t>
            </a:r>
          </a:p>
          <a:p>
            <a:r>
              <a:t>  "placeholder_reason": null</a:t>
            </a:r>
          </a:p>
          <a:p>
            <a:r>
              <a:t>}</a:t>
            </a:r>
          </a:p>
          <a:p/>
          <a:p>
            <a:r>
              <a:t>edit_notes:</a:t>
            </a:r>
          </a:p>
          <a:p/>
          <a:p>
            <a:r>
              <a:t>speaker_notes:</a:t>
            </a:r>
          </a:p>
          <a:p>
            <a:r>
              <a:t>[제목] dry run representative outline. 이미지 후보: 검색창/천문관/관람객 대비 이미지. [이미지] 필요 시 별도 선정.</a:t>
            </a:r>
          </a:p>
          <a:p>
            <a:r>
              <a:t>[overflow_notes]</a:t>
            </a:r>
          </a:p>
          <a:p>
            <a:r>
              <a:t>검색창이 아니라 답안지가 된 AI</a:t>
            </a:r>
          </a:p>
          <a:p>
            <a:r>
              <a:t>학교와 박물관은 이제 무엇을 가르쳐야 할까</a:t>
            </a:r>
          </a:p>
          <a:p>
            <a:r>
              <a:t>[overflow_notes]</a:t>
            </a:r>
          </a:p>
          <a:p>
            <a:r>
              <a:t>검색창이 아니라 답안지가 된 AI</a:t>
            </a:r>
          </a:p>
          <a:p>
            <a:r>
              <a:t>학교와 박물관은 이제 무엇을 가르쳐야 할까</a:t>
            </a:r>
          </a:p>
          <a:p>
            <a:r>
              <a:t>[proof_object]</a:t>
            </a:r>
          </a:p>
          <a:p>
            <a:r>
              <a:t>{</a:t>
            </a:r>
          </a:p>
          <a:p>
            <a:r>
              <a:t>  "type": "none",</a:t>
            </a:r>
          </a:p>
          <a:p>
            <a:r>
              <a:t>  "screen_position": "none",</a:t>
            </a:r>
          </a:p>
          <a:p>
            <a:r>
              <a:t>  "source_name": null,</a:t>
            </a:r>
          </a:p>
          <a:p>
            <a:r>
              <a:t>  "display_title": null,</a:t>
            </a:r>
          </a:p>
          <a:p>
            <a:r>
              <a:t>  "quote_text": null,</a:t>
            </a:r>
          </a:p>
          <a:p>
            <a:r>
              <a:t>  "quote_translation": null,</a:t>
            </a:r>
          </a:p>
          <a:p>
            <a:r>
              <a:t>  "source_url": null,</a:t>
            </a:r>
          </a:p>
          <a:p>
            <a:r>
              <a:t>  "image_url": null,</a:t>
            </a:r>
          </a:p>
          <a:p>
            <a:r>
              <a:t>  "chart_title": null,</a:t>
            </a:r>
          </a:p>
          <a:p>
            <a:r>
              <a:t>  "chart_source_label": null,</a:t>
            </a:r>
          </a:p>
          <a:p>
            <a:r>
              <a:t>  "data_hint": null,</a:t>
            </a:r>
          </a:p>
          <a:p>
            <a:r>
              <a:t>  "diagram_nodes": [],</a:t>
            </a:r>
          </a:p>
          <a:p>
            <a:r>
              <a:t>  "diagram_edges": [],</a:t>
            </a:r>
          </a:p>
          <a:p>
            <a:r>
              <a:t>  "placeholder_reason": null,</a:t>
            </a:r>
          </a:p>
          <a:p>
            <a:r>
              <a:t>  "manual_insert_required": false,</a:t>
            </a:r>
          </a:p>
          <a:p>
            <a:r>
              <a:t>  "copyright_risk": false</a:t>
            </a:r>
          </a:p>
          <a:p>
            <a: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slide_no: 2</a:t>
            </a:r>
          </a:p>
          <a:p>
            <a:r>
              <a:t>layout_type: comparison</a:t>
            </a:r>
          </a:p>
          <a:p>
            <a:r>
              <a:t>style_profile_loaded: True</a:t>
            </a:r>
          </a:p>
          <a:p>
            <a:r>
              <a:t>style_profile_path: data/style_profiles/syukaworld_ppt_style_profile.json</a:t>
            </a:r>
          </a:p>
          <a:p>
            <a:r>
              <a:t>applied_font_family: 맑은 고딕</a:t>
            </a:r>
          </a:p>
          <a:p>
            <a:r>
              <a:t>applied_fallback_font: Malgun Gothic</a:t>
            </a:r>
          </a:p>
          <a:p>
            <a:r>
              <a:t>source_slide_refs: [</a:t>
            </a:r>
          </a:p>
          <a:p>
            <a:r>
              <a:t>  2</a:t>
            </a:r>
          </a:p>
          <a:p>
            <a:r>
              <a:t>]</a:t>
            </a:r>
          </a:p>
          <a:p>
            <a:r>
              <a:t>proof_object_type: diagram</a:t>
            </a:r>
          </a:p>
          <a:p>
            <a:r>
              <a:t>proof_object_required: True</a:t>
            </a:r>
          </a:p>
          <a:p>
            <a:r>
              <a:t>proof_object_screen_position: center_large</a:t>
            </a:r>
          </a:p>
          <a:p>
            <a:r>
              <a:t>manual_placeholder_hidden: False</a:t>
            </a:r>
          </a:p>
          <a:p/>
          <a:p>
            <a:r>
              <a:t>screen_body_lines:</a:t>
            </a:r>
          </a:p>
          <a:p>
            <a:r>
              <a:t>[]</a:t>
            </a:r>
          </a:p>
          <a:p>
            <a:r>
              <a:t>overflow_body_lines:</a:t>
            </a:r>
          </a:p>
          <a:p>
            <a:r>
              <a:t>[</a:t>
            </a:r>
          </a:p>
          <a:p>
            <a:r>
              <a:t>  "모르는 것을 물으면 바로 답이 나오고, 검색 결과를 여러 개 열어보던 시간이 줄어든다",</a:t>
            </a:r>
          </a:p>
          <a:p>
            <a:r>
              <a:t>  "AI는 접근성과 개인화 가능성도 넓힐 수 있다",</a:t>
            </a:r>
          </a:p>
          <a:p>
            <a:r>
              <a:t>  "다만 편리함이 곧 배움이라는 뜻은 아니므로, 정보 탐색 과정의 변화로 조심스럽게 다룬다"</a:t>
            </a:r>
          </a:p>
          <a:p>
            <a:r>
              <a:t>]</a:t>
            </a:r>
          </a:p>
          <a:p/>
          <a:p>
            <a:r>
              <a:t>source_urls:</a:t>
            </a:r>
          </a:p>
          <a:p>
            <a:r>
              <a:t>- https://www.microsoft.com/en-us/research/publication/from-searchable-to-non-searchable-generative-ai-and-information-diversity-in-online-information-seeking/</a:t>
            </a:r>
          </a:p>
          <a:p>
            <a:r>
              <a:t>- https://www.unesco.org/en/articles/ai-and-education-protecting-rights-learners</a:t>
            </a:r>
          </a:p>
          <a:p/>
          <a:p>
            <a:r>
              <a:t>source_refs:</a:t>
            </a:r>
          </a:p>
          <a:p>
            <a:r>
              <a:t>[</a:t>
            </a:r>
          </a:p>
          <a:p>
            <a:r>
              <a:t>  {</a:t>
            </a:r>
          </a:p>
          <a:p>
            <a:r>
              <a:t>    "url": "https://www.microsoft.com/en-us/research/publication/from-searchable-to-non-searchable-generative-ai-and-information-diversity-in-online-information-seeking/",</a:t>
            </a:r>
          </a:p>
          <a:p>
            <a:r>
              <a:t>    "role": "source_context",</a:t>
            </a:r>
          </a:p>
          <a:p>
            <a:r>
              <a:t>    "use": "Source URL carried from Anny storyline.",</a:t>
            </a:r>
          </a:p>
          <a:p>
            <a:r>
              <a:t>    "confidence": "medium",</a:t>
            </a:r>
          </a:p>
          <a:p>
            <a:r>
              <a:t>    "manual_check_required": true</a:t>
            </a:r>
          </a:p>
          <a:p>
            <a:r>
              <a:t>  },</a:t>
            </a:r>
          </a:p>
          <a:p>
            <a:r>
              <a:t>  {</a:t>
            </a:r>
          </a:p>
          <a:p>
            <a:r>
              <a:t>    "url": "https://www.unesco.org/en/articles/ai-and-education-protecting-rights-learners",</a:t>
            </a:r>
          </a:p>
          <a:p>
            <a:r>
              <a:t>    "role": "source_context",</a:t>
            </a:r>
          </a:p>
          <a:p>
            <a:r>
              <a:t>    "use": "Source URL carried from Anny storyline.",</a:t>
            </a:r>
          </a:p>
          <a:p>
            <a:r>
              <a:t>    "confidence": "medium",</a:t>
            </a:r>
          </a:p>
          <a:p>
            <a:r>
              <a:t>    "manual_check_required": true</a:t>
            </a:r>
          </a:p>
          <a:p>
            <a:r>
              <a:t>  }</a:t>
            </a:r>
          </a:p>
          <a:p>
            <a:r>
              <a:t>]</a:t>
            </a:r>
          </a:p>
          <a:p>
            <a:r>
              <a:t>image_urls:</a:t>
            </a:r>
          </a:p>
          <a:p/>
          <a:p>
            <a:r>
              <a:t>flags:</a:t>
            </a:r>
          </a:p>
          <a:p>
            <a:r>
              <a:t>- needs_source: False</a:t>
            </a:r>
          </a:p>
          <a:p>
            <a:r>
              <a:t>- needs_fact_check: True</a:t>
            </a:r>
          </a:p>
          <a:p>
            <a:r>
              <a:t>- required_before_broadcast: False</a:t>
            </a:r>
          </a:p>
          <a:p>
            <a:r>
              <a:t>- copyright_risk: False</a:t>
            </a:r>
          </a:p>
          <a:p/>
          <a:p>
            <a:r>
              <a:t>visual_plan:</a:t>
            </a:r>
          </a:p>
          <a:p>
            <a:r>
              <a:t>{</a:t>
            </a:r>
          </a:p>
          <a:p>
            <a:r>
              <a:t>  "kind": "diagram",</a:t>
            </a:r>
          </a:p>
          <a:p>
            <a:r>
              <a:t>  "description": "Diagram nodes/edges provided for editable scaffold.",</a:t>
            </a:r>
          </a:p>
          <a:p>
            <a:r>
              <a:t>  "source_note": "https://www.microsoft.com/en-us/research/publication/from-searchable-to-non-searchable-generative-ai-and-information-diversity-in-online-information-seeking/",</a:t>
            </a:r>
          </a:p>
          <a:p>
            <a:r>
              <a:t>  "copyright_risk": false,</a:t>
            </a:r>
          </a:p>
          <a:p>
            <a:r>
              <a:t>  "manual_check_required": true,</a:t>
            </a:r>
          </a:p>
          <a:p>
            <a:r>
              <a:t>  "prompt_if_ai_image": null</a:t>
            </a:r>
          </a:p>
          <a:p>
            <a:r>
              <a:t>}</a:t>
            </a:r>
          </a:p>
          <a:p/>
          <a:p>
            <a:r>
              <a:t>proof_object:</a:t>
            </a:r>
          </a:p>
          <a:p>
            <a:r>
              <a:t>{</a:t>
            </a:r>
          </a:p>
          <a:p>
            <a:r>
              <a:t>  "type": "diagram",</a:t>
            </a:r>
          </a:p>
          <a:p>
            <a:r>
              <a:t>  "required": true,</a:t>
            </a:r>
          </a:p>
          <a:p>
            <a:r>
              <a:t>  "screen_position": "center_large",</a:t>
            </a:r>
          </a:p>
          <a:p>
            <a:r>
              <a:t>  "display_label": "[도식]",</a:t>
            </a:r>
          </a:p>
          <a:p>
            <a:r>
              <a:t>  "source_url": "https://www.microsoft.com/en-us/research/publication/from-searchable-to-non-searchable-generative-ai-and-information-diversity-in-online-information-seeking/",</a:t>
            </a:r>
          </a:p>
          <a:p>
            <a:r>
              <a:t>  "image_url": null,</a:t>
            </a:r>
          </a:p>
          <a:p>
            <a:r>
              <a:t>  "copyright_risk": false,</a:t>
            </a:r>
          </a:p>
          <a:p>
            <a:r>
              <a:t>  "manual_insert_required": true,</a:t>
            </a:r>
          </a:p>
          <a:p>
            <a:r>
              <a:t>  "source_name": "Microsoft Research",</a:t>
            </a:r>
          </a:p>
          <a:p>
            <a:r>
              <a:t>  "display_title": null,</a:t>
            </a:r>
          </a:p>
          <a:p>
            <a:r>
              <a:t>  "quote_text": null,</a:t>
            </a:r>
          </a:p>
          <a:p>
            <a:r>
              <a:t>  "quote_translation": null,</a:t>
            </a:r>
          </a:p>
          <a:p>
            <a:r>
              <a:t>  "chart_title": null,</a:t>
            </a:r>
          </a:p>
          <a:p>
            <a:r>
              <a:t>  "chart_source_label": null,</a:t>
            </a:r>
          </a:p>
          <a:p>
            <a:r>
              <a:t>  "data_hint": null,</a:t>
            </a:r>
          </a:p>
          <a:p>
            <a:r>
              <a:t>  "diagram_nodes": [</a:t>
            </a:r>
          </a:p>
          <a:p>
            <a:r>
              <a:t>    "기존 검색",</a:t>
            </a:r>
          </a:p>
          <a:p>
            <a:r>
              <a:t>    "AI 즉답",</a:t>
            </a:r>
          </a:p>
          <a:p>
            <a:r>
              <a:t>    "비교·검증",</a:t>
            </a:r>
          </a:p>
          <a:p>
            <a:r>
              <a:t>    "바로 답"</a:t>
            </a:r>
          </a:p>
          <a:p>
            <a:r>
              <a:t>  ],</a:t>
            </a:r>
          </a:p>
          <a:p>
            <a:r>
              <a:t>  "diagram_edges": [</a:t>
            </a:r>
          </a:p>
          <a:p>
            <a:r>
              <a:t>    {</a:t>
            </a:r>
          </a:p>
          <a:p>
            <a:r>
              <a:t>      "from": "기존 검색",</a:t>
            </a:r>
          </a:p>
          <a:p>
            <a:r>
              <a:t>      "to": "비교·검증",</a:t>
            </a:r>
          </a:p>
          <a:p>
            <a:r>
              <a:t>      "label": "여러 결과를 확인"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"from": "AI 즉답",</a:t>
            </a:r>
          </a:p>
          <a:p>
            <a:r>
              <a:t>      "to": "바로 답",</a:t>
            </a:r>
          </a:p>
          <a:p>
            <a:r>
              <a:t>      "label": "과정 압축"</a:t>
            </a:r>
          </a:p>
          <a:p>
            <a:r>
              <a:t>    }</a:t>
            </a:r>
          </a:p>
          <a:p>
            <a:r>
              <a:t>  ],</a:t>
            </a:r>
          </a:p>
          <a:p>
            <a:r>
              <a:t>  "placeholder_reason": "Diagram nodes/edges provided for editable scaffold."</a:t>
            </a:r>
          </a:p>
          <a:p>
            <a:r>
              <a:t>}</a:t>
            </a:r>
          </a:p>
          <a:p/>
          <a:p>
            <a:r>
              <a:t>edit_notes:</a:t>
            </a:r>
          </a:p>
          <a:p>
            <a:r>
              <a:t>- Manual fact-check required before broadcast.</a:t>
            </a:r>
          </a:p>
          <a:p/>
          <a:p>
            <a:r>
              <a:t>speaker_notes:</a:t>
            </a:r>
          </a:p>
          <a:p>
            <a:r>
              <a:t>[내용] Microsoft Research — generative AI and information diversity. [반대관점] UNESCO — AI can support access/personalized learning if rights and safeguards are respected. [주의] 사용률/효과 수치 단정 금지.</a:t>
            </a:r>
          </a:p>
          <a:p>
            <a:r>
              <a:t>[overflow_notes]</a:t>
            </a:r>
          </a:p>
          <a:p>
            <a:r>
              <a:t>모르는 것을 물으면 바로 답이 나오고, 검색 결과를 여러 개 열어보던 시간이 줄어든다</a:t>
            </a:r>
          </a:p>
          <a:p>
            <a:r>
              <a:t>AI는 접근성과 개인화 가능성도 넓힐 수 있다</a:t>
            </a:r>
          </a:p>
          <a:p>
            <a:r>
              <a:t>다만 편리함이 곧 배움이라는 뜻은 아니므로, 정보 탐색 과정의 변화로 조심스럽게 다룬다</a:t>
            </a:r>
          </a:p>
          <a:p>
            <a:r>
              <a:t>[source_ref] source_context | Source URL carried from Anny storyline. | https://www.microsoft.com/en-us/research/publication/from-searchable-to-non-searchable-generative-ai-and-information-diversity-in-online-information-seeking/</a:t>
            </a:r>
          </a:p>
          <a:p>
            <a:r>
              <a:t>[source_ref] source_context | Source URL carried from Anny storyline. | https://www.unesco.org/en/articles/ai-and-education-protecting-rights-learners</a:t>
            </a:r>
          </a:p>
          <a:p>
            <a:r>
              <a:t>[check] needs_fact_check=true</a:t>
            </a:r>
          </a:p>
          <a:p>
            <a:r>
              <a:t>[overflow_notes]</a:t>
            </a:r>
          </a:p>
          <a:p>
            <a:r>
              <a:t>모르는 것을 물으면 바로 답이 나오고, 검색 결과를 여러 개 열어보던 시간이 줄어든다</a:t>
            </a:r>
          </a:p>
          <a:p>
            <a:r>
              <a:t>AI는 접근성과 개인화 가능성도 넓힐 수 있다</a:t>
            </a:r>
          </a:p>
          <a:p>
            <a:r>
              <a:t>다만 편리함이 곧 배움이라는 뜻은 아니므로, 정보 탐색 과정의 변화로 조심스럽게 다룬다</a:t>
            </a:r>
          </a:p>
          <a:p>
            <a:r>
              <a:t>[source_refs]</a:t>
            </a:r>
          </a:p>
          <a:p>
            <a:r>
              <a:t>[</a:t>
            </a:r>
          </a:p>
          <a:p>
            <a:r>
              <a:t>  {</a:t>
            </a:r>
          </a:p>
          <a:p>
            <a:r>
              <a:t>    "url": "https://www.microsoft.com/en-us/research/publication/from-searchable-to-non-searchable-generative-ai-and-information-diversity-in-online-information-seeking/",</a:t>
            </a:r>
          </a:p>
          <a:p>
            <a:r>
              <a:t>    "role": "source_context",</a:t>
            </a:r>
          </a:p>
          <a:p>
            <a:r>
              <a:t>    "use": "Source URL carried from Anny storyline.",</a:t>
            </a:r>
          </a:p>
          <a:p>
            <a:r>
              <a:t>    "confidence": "medium",</a:t>
            </a:r>
          </a:p>
          <a:p>
            <a:r>
              <a:t>    "manual_check_required": true</a:t>
            </a:r>
          </a:p>
          <a:p>
            <a:r>
              <a:t>  },</a:t>
            </a:r>
          </a:p>
          <a:p>
            <a:r>
              <a:t>  {</a:t>
            </a:r>
          </a:p>
          <a:p>
            <a:r>
              <a:t>    "url": "https://www.unesco.org/en/articles/ai-and-education-protecting-rights-learners",</a:t>
            </a:r>
          </a:p>
          <a:p>
            <a:r>
              <a:t>    "role": "source_context",</a:t>
            </a:r>
          </a:p>
          <a:p>
            <a:r>
              <a:t>    "use": "Source URL carried from Anny storyline.",</a:t>
            </a:r>
          </a:p>
          <a:p>
            <a:r>
              <a:t>    "confidence": "medium",</a:t>
            </a:r>
          </a:p>
          <a:p>
            <a:r>
              <a:t>    "manual_check_required": true</a:t>
            </a:r>
          </a:p>
          <a:p>
            <a:r>
              <a:t>  }</a:t>
            </a:r>
          </a:p>
          <a:p>
            <a:r>
              <a:t>]</a:t>
            </a:r>
          </a:p>
          <a:p>
            <a:r>
              <a:t>[proof_object]</a:t>
            </a:r>
          </a:p>
          <a:p>
            <a:r>
              <a:t>{</a:t>
            </a:r>
          </a:p>
          <a:p>
            <a:r>
              <a:t>  "type": "diagram",</a:t>
            </a:r>
          </a:p>
          <a:p>
            <a:r>
              <a:t>  "screen_position": "center_large",</a:t>
            </a:r>
          </a:p>
          <a:p>
            <a:r>
              <a:t>  "source_name": "Microsoft Research",</a:t>
            </a:r>
          </a:p>
          <a:p>
            <a:r>
              <a:t>  "display_title": null,</a:t>
            </a:r>
          </a:p>
          <a:p>
            <a:r>
              <a:t>  "quote_text": null,</a:t>
            </a:r>
          </a:p>
          <a:p>
            <a:r>
              <a:t>  "quote_translation": null,</a:t>
            </a:r>
          </a:p>
          <a:p>
            <a:r>
              <a:t>  "source_url": "https://www.microsoft.com/en-us/research/publication/from-searchable-to-non-searchable-generative-ai-and-information-diversity-in-online-information-seeking/",</a:t>
            </a:r>
          </a:p>
          <a:p>
            <a:r>
              <a:t>  "image_url": null,</a:t>
            </a:r>
          </a:p>
          <a:p>
            <a:r>
              <a:t>  "chart_title": null,</a:t>
            </a:r>
          </a:p>
          <a:p>
            <a:r>
              <a:t>  "chart_source_label": null,</a:t>
            </a:r>
          </a:p>
          <a:p>
            <a:r>
              <a:t>  "data_hint": null,</a:t>
            </a:r>
          </a:p>
          <a:p>
            <a:r>
              <a:t>  "diagram_nodes": [</a:t>
            </a:r>
          </a:p>
          <a:p>
            <a:r>
              <a:t>    "기존 검색",</a:t>
            </a:r>
          </a:p>
          <a:p>
            <a:r>
              <a:t>    "AI 즉답",</a:t>
            </a:r>
          </a:p>
          <a:p>
            <a:r>
              <a:t>    "비교·검증",</a:t>
            </a:r>
          </a:p>
          <a:p>
            <a:r>
              <a:t>    "바로 답"</a:t>
            </a:r>
          </a:p>
          <a:p>
            <a:r>
              <a:t>  ],</a:t>
            </a:r>
          </a:p>
          <a:p>
            <a:r>
              <a:t>  "diagram_edges": [</a:t>
            </a:r>
          </a:p>
          <a:p>
            <a:r>
              <a:t>    {</a:t>
            </a:r>
          </a:p>
          <a:p>
            <a:r>
              <a:t>      "from": "기존 검색",</a:t>
            </a:r>
          </a:p>
          <a:p>
            <a:r>
              <a:t>      "to": "비교·검증",</a:t>
            </a:r>
          </a:p>
          <a:p>
            <a:r>
              <a:t>      "label": "여러 결과를 확인"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"from": "AI 즉답",</a:t>
            </a:r>
          </a:p>
          <a:p>
            <a:r>
              <a:t>      "to": "바로 답",</a:t>
            </a:r>
          </a:p>
          <a:p>
            <a:r>
              <a:t>      "label": "과정 압축"</a:t>
            </a:r>
          </a:p>
          <a:p>
            <a:r>
              <a:t>    }</a:t>
            </a:r>
          </a:p>
          <a:p>
            <a:r>
              <a:t>  ],</a:t>
            </a:r>
          </a:p>
          <a:p>
            <a:r>
              <a:t>  "placeholder_reason": "Diagram nodes/edges provided for editable scaffold.",</a:t>
            </a:r>
          </a:p>
          <a:p>
            <a:r>
              <a:t>  "manual_insert_required": true,</a:t>
            </a:r>
          </a:p>
          <a:p>
            <a:r>
              <a:t>  "copyright_risk": false</a:t>
            </a:r>
          </a:p>
          <a:p>
            <a:r>
              <a:t>}</a:t>
            </a:r>
          </a:p>
          <a:p>
            <a:r>
              <a:t>[editor_instruction]</a:t>
            </a:r>
          </a:p>
          <a:p>
            <a:r>
              <a:t>Manual fact-check required before broadcast.</a:t>
            </a:r>
          </a:p>
          <a:p>
            <a:r>
              <a:t>[risk_flags]</a:t>
            </a:r>
          </a:p>
          <a:p>
            <a:r>
              <a:t>[</a:t>
            </a:r>
          </a:p>
          <a:p>
            <a:r>
              <a:t>  "single_source_dependency"</a:t>
            </a:r>
          </a:p>
          <a:p>
            <a:r>
              <a:t>]</a:t>
            </a:r>
          </a:p>
          <a:p/>
          <a:p>
            <a:r>
              <a:t>risk_flags:</a:t>
            </a:r>
          </a:p>
          <a:p>
            <a:r>
              <a:t>[</a:t>
            </a:r>
          </a:p>
          <a:p>
            <a:r>
              <a:t>  "single_source_dependency"</a:t>
            </a:r>
          </a:p>
          <a:p>
            <a:r>
              <a:t>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slide_no: 3</a:t>
            </a:r>
          </a:p>
          <a:p>
            <a:r>
              <a:t>layout_type: quote</a:t>
            </a:r>
          </a:p>
          <a:p>
            <a:r>
              <a:t>style_profile_loaded: True</a:t>
            </a:r>
          </a:p>
          <a:p>
            <a:r>
              <a:t>style_profile_path: data/style_profiles/syukaworld_ppt_style_profile.json</a:t>
            </a:r>
          </a:p>
          <a:p>
            <a:r>
              <a:t>applied_font_family: 맑은 고딕</a:t>
            </a:r>
          </a:p>
          <a:p>
            <a:r>
              <a:t>applied_fallback_font: Malgun Gothic</a:t>
            </a:r>
          </a:p>
          <a:p>
            <a:r>
              <a:t>source_slide_refs: [</a:t>
            </a:r>
          </a:p>
          <a:p>
            <a:r>
              <a:t>  3</a:t>
            </a:r>
          </a:p>
          <a:p>
            <a:r>
              <a:t>]</a:t>
            </a:r>
          </a:p>
          <a:p>
            <a:r>
              <a:t>proof_object_type: source_card</a:t>
            </a:r>
          </a:p>
          <a:p>
            <a:r>
              <a:t>proof_object_required: True</a:t>
            </a:r>
          </a:p>
          <a:p>
            <a:r>
              <a:t>proof_object_screen_position: left_half</a:t>
            </a:r>
          </a:p>
          <a:p>
            <a:r>
              <a:t>manual_placeholder_hidden: True</a:t>
            </a:r>
          </a:p>
          <a:p/>
          <a:p>
            <a:r>
              <a:t>screen_body_lines:</a:t>
            </a:r>
          </a:p>
          <a:p>
            <a:r>
              <a:t>[]</a:t>
            </a:r>
          </a:p>
          <a:p>
            <a:r>
              <a:t>overflow_body_lines:</a:t>
            </a:r>
          </a:p>
          <a:p>
            <a:r>
              <a:t>[</a:t>
            </a:r>
          </a:p>
          <a:p>
            <a:r>
              <a:t>  "BBC 보도는 Royal Observatory 쪽 경고를 AI 의존과 인간 지식의 역할이라는 맥락에서 소개한다",</a:t>
            </a:r>
          </a:p>
          <a:p>
            <a:r>
              <a:t>  "이 메시지는 AI 금지가 아니라, 답을 받는 사람이 무엇을 배워야 하느냐는 질문으로 읽는다",</a:t>
            </a:r>
          </a:p>
          <a:p>
            <a:r>
              <a:t>  "단일 기관 사례이므로 모든 지식기관의 공식 입장처럼 일반화하지 않는다"</a:t>
            </a:r>
          </a:p>
          <a:p>
            <a:r>
              <a:t>]</a:t>
            </a:r>
          </a:p>
          <a:p/>
          <a:p>
            <a:r>
              <a:t>source_urls:</a:t>
            </a:r>
          </a:p>
          <a:p>
            <a:r>
              <a:t>- https://www.bbc.com/news/articles/c2023l60370o?at_medium=RSS&amp;at_campaign=rss</a:t>
            </a:r>
          </a:p>
          <a:p/>
          <a:p>
            <a:r>
              <a:t>source_refs:</a:t>
            </a:r>
          </a:p>
          <a:p>
            <a:r>
              <a:t>[</a:t>
            </a:r>
          </a:p>
          <a:p>
            <a:r>
              <a:t>  {</a:t>
            </a:r>
          </a:p>
          <a:p>
            <a:r>
              <a:t>    "url": "https://www.bbc.com/news/articles/c2023l60370o?at_medium=RSS&amp;at_campaign=rss",</a:t>
            </a:r>
          </a:p>
          <a:p>
            <a:r>
              <a:t>    "role": "source_context",</a:t>
            </a:r>
          </a:p>
          <a:p>
            <a:r>
              <a:t>    "use": "Source URL carried from Anny storyline.",</a:t>
            </a:r>
          </a:p>
          <a:p>
            <a:r>
              <a:t>    "confidence": "medium",</a:t>
            </a:r>
          </a:p>
          <a:p>
            <a:r>
              <a:t>    "manual_check_required": true</a:t>
            </a:r>
          </a:p>
          <a:p>
            <a:r>
              <a:t>  }</a:t>
            </a:r>
          </a:p>
          <a:p>
            <a:r>
              <a:t>]</a:t>
            </a:r>
          </a:p>
          <a:p>
            <a:r>
              <a:t>image_urls:</a:t>
            </a:r>
          </a:p>
          <a:p/>
          <a:p>
            <a:r>
              <a:t>flags:</a:t>
            </a:r>
          </a:p>
          <a:p>
            <a:r>
              <a:t>- needs_source: False</a:t>
            </a:r>
          </a:p>
          <a:p>
            <a:r>
              <a:t>- needs_fact_check: True</a:t>
            </a:r>
          </a:p>
          <a:p>
            <a:r>
              <a:t>- required_before_broadcast: False</a:t>
            </a:r>
          </a:p>
          <a:p>
            <a:r>
              <a:t>- copyright_risk: False</a:t>
            </a:r>
          </a:p>
          <a:p/>
          <a:p>
            <a:r>
              <a:t>visual_plan:</a:t>
            </a:r>
          </a:p>
          <a:p>
            <a:r>
              <a:t>{</a:t>
            </a:r>
          </a:p>
          <a:p>
            <a:r>
              <a:t>  "kind": "manual",</a:t>
            </a:r>
          </a:p>
          <a:p>
            <a:r>
              <a:t>  "description": "Source URL carried from Anny storyline.",</a:t>
            </a:r>
          </a:p>
          <a:p>
            <a:r>
              <a:t>  "source_note": "https://www.bbc.com/news/articles/c2023l60370o?at_medium=RSS&amp;at_campaign=rss",</a:t>
            </a:r>
          </a:p>
          <a:p>
            <a:r>
              <a:t>  "copyright_risk": false,</a:t>
            </a:r>
          </a:p>
          <a:p>
            <a:r>
              <a:t>  "manual_check_required": false,</a:t>
            </a:r>
          </a:p>
          <a:p>
            <a:r>
              <a:t>  "prompt_if_ai_image": null</a:t>
            </a:r>
          </a:p>
          <a:p>
            <a:r>
              <a:t>}</a:t>
            </a:r>
          </a:p>
          <a:p/>
          <a:p>
            <a:r>
              <a:t>proof_object:</a:t>
            </a:r>
          </a:p>
          <a:p>
            <a:r>
              <a:t>{</a:t>
            </a:r>
          </a:p>
          <a:p>
            <a:r>
              <a:t>  "type": "source_card",</a:t>
            </a:r>
          </a:p>
          <a:p>
            <a:r>
              <a:t>  "required": true,</a:t>
            </a:r>
          </a:p>
          <a:p>
            <a:r>
              <a:t>  "screen_position": "left_half",</a:t>
            </a:r>
          </a:p>
          <a:p>
            <a:r>
              <a:t>  "display_label": "[출처]",</a:t>
            </a:r>
          </a:p>
          <a:p>
            <a:r>
              <a:t>  "source_url": "https://www.bbc.com/news/articles/c2023l60370o?at_medium=RSS&amp;at_campaign=rss",</a:t>
            </a:r>
          </a:p>
          <a:p>
            <a:r>
              <a:t>  "image_url": null,</a:t>
            </a:r>
          </a:p>
          <a:p>
            <a:r>
              <a:t>  "copyright_risk": false,</a:t>
            </a:r>
          </a:p>
          <a:p>
            <a:r>
              <a:t>  "manual_insert_required": false,</a:t>
            </a:r>
          </a:p>
          <a:p>
            <a:r>
              <a:t>  "source_name": "BBC",</a:t>
            </a:r>
          </a:p>
          <a:p>
            <a:r>
              <a:t>  "display_title": "Source URL carried from Anny storyline.",</a:t>
            </a:r>
          </a:p>
          <a:p>
            <a:r>
              <a:t>  "quote_text": null,</a:t>
            </a:r>
          </a:p>
          <a:p>
            <a:r>
              <a:t>  "quote_translation": null,</a:t>
            </a:r>
          </a:p>
          <a:p>
            <a:r>
              <a:t>  "chart_title": null,</a:t>
            </a:r>
          </a:p>
          <a:p>
            <a:r>
              <a:t>  "chart_source_label": null,</a:t>
            </a:r>
          </a:p>
          <a:p>
            <a:r>
              <a:t>  "data_hint": null,</a:t>
            </a:r>
          </a:p>
          <a:p>
            <a:r>
              <a:t>  "diagram_nodes": [],</a:t>
            </a:r>
          </a:p>
          <a:p>
            <a:r>
              <a:t>  "diagram_edges": [],</a:t>
            </a:r>
          </a:p>
          <a:p>
            <a:r>
              <a:t>  "placeholder_reason": null</a:t>
            </a:r>
          </a:p>
          <a:p>
            <a:r>
              <a:t>}</a:t>
            </a:r>
          </a:p>
          <a:p/>
          <a:p>
            <a:r>
              <a:t>edit_notes:</a:t>
            </a:r>
          </a:p>
          <a:p>
            <a:r>
              <a:t>- Manual fact-check required before broadcast.</a:t>
            </a:r>
          </a:p>
          <a:p/>
          <a:p>
            <a:r>
              <a:t>speaker_notes:</a:t>
            </a:r>
          </a:p>
          <a:p>
            <a:r>
              <a:t>[내용] BBC / Royal Observatory article. [주의] Royal Observatory 발언을 전체 교육계 입장으로 확대하지 말 것.</a:t>
            </a:r>
          </a:p>
          <a:p>
            <a:r>
              <a:t>[overflow_notes]</a:t>
            </a:r>
          </a:p>
          <a:p>
            <a:r>
              <a:t>BBC 보도는 Royal Observatory 쪽 경고를 AI 의존과 인간 지식의 역할이라는 맥락에서 소개한다</a:t>
            </a:r>
          </a:p>
          <a:p>
            <a:r>
              <a:t>이 메시지는 AI 금지가 아니라, 답을 받는 사람이 무엇을 배워야 하느냐는 질문으로 읽는다</a:t>
            </a:r>
          </a:p>
          <a:p>
            <a:r>
              <a:t>단일 기관 사례이므로 모든 지식기관의 공식 입장처럼 일반화하지 않는다</a:t>
            </a:r>
          </a:p>
          <a:p>
            <a:r>
              <a:t>[source_ref] source_context | Source URL carried from Anny storyline. | https://www.bbc.com/news/articles/c2023l60370o?at_medium=RSS&amp;at_campaign=rss</a:t>
            </a:r>
          </a:p>
          <a:p>
            <a:r>
              <a:t>[check] needs_fact_check=true</a:t>
            </a:r>
          </a:p>
          <a:p>
            <a:r>
              <a:t>[overflow_notes]</a:t>
            </a:r>
          </a:p>
          <a:p>
            <a:r>
              <a:t>BBC 보도는 Royal Observatory 쪽 경고를 AI 의존과 인간 지식의 역할이라는 맥락에서 소개한다</a:t>
            </a:r>
          </a:p>
          <a:p>
            <a:r>
              <a:t>이 메시지는 AI 금지가 아니라, 답을 받는 사람이 무엇을 배워야 하느냐는 질문으로 읽는다</a:t>
            </a:r>
          </a:p>
          <a:p>
            <a:r>
              <a:t>단일 기관 사례이므로 모든 지식기관의 공식 입장처럼 일반화하지 않는다</a:t>
            </a:r>
          </a:p>
          <a:p>
            <a:r>
              <a:t>[source_refs]</a:t>
            </a:r>
          </a:p>
          <a:p>
            <a:r>
              <a:t>[</a:t>
            </a:r>
          </a:p>
          <a:p>
            <a:r>
              <a:t>  {</a:t>
            </a:r>
          </a:p>
          <a:p>
            <a:r>
              <a:t>    "url": "https://www.bbc.com/news/articles/c2023l60370o?at_medium=RSS&amp;at_campaign=rss",</a:t>
            </a:r>
          </a:p>
          <a:p>
            <a:r>
              <a:t>    "role": "source_context",</a:t>
            </a:r>
          </a:p>
          <a:p>
            <a:r>
              <a:t>    "use": "Source URL carried from Anny storyline.",</a:t>
            </a:r>
          </a:p>
          <a:p>
            <a:r>
              <a:t>    "confidence": "medium",</a:t>
            </a:r>
          </a:p>
          <a:p>
            <a:r>
              <a:t>    "manual_check_required": true</a:t>
            </a:r>
          </a:p>
          <a:p>
            <a:r>
              <a:t>  }</a:t>
            </a:r>
          </a:p>
          <a:p>
            <a:r>
              <a:t>]</a:t>
            </a:r>
          </a:p>
          <a:p>
            <a:r>
              <a:t>[proof_object]</a:t>
            </a:r>
          </a:p>
          <a:p>
            <a:r>
              <a:t>{</a:t>
            </a:r>
          </a:p>
          <a:p>
            <a:r>
              <a:t>  "type": "source_card",</a:t>
            </a:r>
          </a:p>
          <a:p>
            <a:r>
              <a:t>  "screen_position": "left_half",</a:t>
            </a:r>
          </a:p>
          <a:p>
            <a:r>
              <a:t>  "source_name": "BBC",</a:t>
            </a:r>
          </a:p>
          <a:p>
            <a:r>
              <a:t>  "display_title": "Source URL carried from Anny storyline.",</a:t>
            </a:r>
          </a:p>
          <a:p>
            <a:r>
              <a:t>  "quote_text": null,</a:t>
            </a:r>
          </a:p>
          <a:p>
            <a:r>
              <a:t>  "quote_translation": null,</a:t>
            </a:r>
          </a:p>
          <a:p>
            <a:r>
              <a:t>  "source_url": "https://www.bbc.com/news/articles/c2023l60370o?at_medium=RSS&amp;at_campaign=rss",</a:t>
            </a:r>
          </a:p>
          <a:p>
            <a:r>
              <a:t>  "image_url": null,</a:t>
            </a:r>
          </a:p>
          <a:p>
            <a:r>
              <a:t>  "chart_title": null,</a:t>
            </a:r>
          </a:p>
          <a:p>
            <a:r>
              <a:t>  "chart_source_label": null,</a:t>
            </a:r>
          </a:p>
          <a:p>
            <a:r>
              <a:t>  "data_hint": null,</a:t>
            </a:r>
          </a:p>
          <a:p>
            <a:r>
              <a:t>  "diagram_nodes": [],</a:t>
            </a:r>
          </a:p>
          <a:p>
            <a:r>
              <a:t>  "diagram_edges": [],</a:t>
            </a:r>
          </a:p>
          <a:p>
            <a:r>
              <a:t>  "placeholder_reason": null,</a:t>
            </a:r>
          </a:p>
          <a:p>
            <a:r>
              <a:t>  "manual_insert_required": false,</a:t>
            </a:r>
          </a:p>
          <a:p>
            <a:r>
              <a:t>  "copyright_risk": false</a:t>
            </a:r>
          </a:p>
          <a:p>
            <a:r>
              <a:t>}</a:t>
            </a:r>
          </a:p>
          <a:p>
            <a:r>
              <a:t>[editor_instruction]</a:t>
            </a:r>
          </a:p>
          <a:p>
            <a:r>
              <a:t>Manual fact-check required before broadcast.</a:t>
            </a:r>
          </a:p>
          <a:p>
            <a:r>
              <a:t>[risk_flags]</a:t>
            </a:r>
          </a:p>
          <a:p>
            <a:r>
              <a:t>[</a:t>
            </a:r>
          </a:p>
          <a:p>
            <a:r>
              <a:t>  "single_source_dependency"</a:t>
            </a:r>
          </a:p>
          <a:p>
            <a:r>
              <a:t>]</a:t>
            </a:r>
          </a:p>
          <a:p/>
          <a:p>
            <a:r>
              <a:t>risk_flags:</a:t>
            </a:r>
          </a:p>
          <a:p>
            <a:r>
              <a:t>[</a:t>
            </a:r>
          </a:p>
          <a:p>
            <a:r>
              <a:t>  "single_source_dependency"</a:t>
            </a:r>
          </a:p>
          <a:p>
            <a:r>
              <a:t>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slide_no: 4</a:t>
            </a:r>
          </a:p>
          <a:p>
            <a:r>
              <a:t>layout_type: comparison</a:t>
            </a:r>
          </a:p>
          <a:p>
            <a:r>
              <a:t>style_profile_loaded: True</a:t>
            </a:r>
          </a:p>
          <a:p>
            <a:r>
              <a:t>style_profile_path: data/style_profiles/syukaworld_ppt_style_profile.json</a:t>
            </a:r>
          </a:p>
          <a:p>
            <a:r>
              <a:t>applied_font_family: 맑은 고딕</a:t>
            </a:r>
          </a:p>
          <a:p>
            <a:r>
              <a:t>applied_fallback_font: Malgun Gothic</a:t>
            </a:r>
          </a:p>
          <a:p>
            <a:r>
              <a:t>source_slide_refs: [</a:t>
            </a:r>
          </a:p>
          <a:p>
            <a:r>
              <a:t>  4</a:t>
            </a:r>
          </a:p>
          <a:p>
            <a:r>
              <a:t>]</a:t>
            </a:r>
          </a:p>
          <a:p>
            <a:r>
              <a:t>proof_object_type: diagram</a:t>
            </a:r>
          </a:p>
          <a:p>
            <a:r>
              <a:t>proof_object_required: True</a:t>
            </a:r>
          </a:p>
          <a:p>
            <a:r>
              <a:t>proof_object_screen_position: center_large</a:t>
            </a:r>
          </a:p>
          <a:p>
            <a:r>
              <a:t>manual_placeholder_hidden: False</a:t>
            </a:r>
          </a:p>
          <a:p/>
          <a:p>
            <a:r>
              <a:t>screen_body_lines:</a:t>
            </a:r>
          </a:p>
          <a:p>
            <a:r>
              <a:t>[]</a:t>
            </a:r>
          </a:p>
          <a:p>
            <a:r>
              <a:t>overflow_body_lines:</a:t>
            </a:r>
          </a:p>
          <a:p>
            <a:r>
              <a:t>[</a:t>
            </a:r>
          </a:p>
          <a:p>
            <a:r>
              <a:t>  "천문학은 답 하나보다 관찰·추론·검증의 과정이 중요한 분야다",</a:t>
            </a:r>
          </a:p>
          <a:p>
            <a:r>
              <a:t>  "AI 즉답은 그 과정을 도와줄 수도, 일부 건너뛰게 만들 수도 있다",</a:t>
            </a:r>
          </a:p>
          <a:p>
            <a:r>
              <a:t>  "여기서는 사실 증명보다 방송용 문제 제기: 도구가 답을 줄 때 사람의 관찰은 어디에 남는가"</a:t>
            </a:r>
          </a:p>
          <a:p>
            <a:r>
              <a:t>]</a:t>
            </a:r>
          </a:p>
          <a:p/>
          <a:p>
            <a:r>
              <a:t>source_urls:</a:t>
            </a:r>
          </a:p>
          <a:p>
            <a:r>
              <a:t>- https://www.bbc.com/news/articles/c2023l60370o?at_medium=RSS&amp;at_campaign=rss</a:t>
            </a:r>
          </a:p>
          <a:p>
            <a:r>
              <a:t>- https://www.microsoft.com/en-us/research/publication/from-searchable-to-non-searchable-generative-ai-and-information-diversity-in-online-information-seeking/</a:t>
            </a:r>
          </a:p>
          <a:p/>
          <a:p>
            <a:r>
              <a:t>source_refs:</a:t>
            </a:r>
          </a:p>
          <a:p>
            <a:r>
              <a:t>[</a:t>
            </a:r>
          </a:p>
          <a:p>
            <a:r>
              <a:t>  {</a:t>
            </a:r>
          </a:p>
          <a:p>
            <a:r>
              <a:t>    "url": "https://www.bbc.com/news/articles/c2023l60370o?at_medium=RSS&amp;at_campaign=rss",</a:t>
            </a:r>
          </a:p>
          <a:p>
            <a:r>
              <a:t>    "role": "source_context",</a:t>
            </a:r>
          </a:p>
          <a:p>
            <a:r>
              <a:t>    "use": "Source URL carried from Anny storyline.",</a:t>
            </a:r>
          </a:p>
          <a:p>
            <a:r>
              <a:t>    "confidence": "medium",</a:t>
            </a:r>
          </a:p>
          <a:p>
            <a:r>
              <a:t>    "manual_check_required": true</a:t>
            </a:r>
          </a:p>
          <a:p>
            <a:r>
              <a:t>  },</a:t>
            </a:r>
          </a:p>
          <a:p>
            <a:r>
              <a:t>  {</a:t>
            </a:r>
          </a:p>
          <a:p>
            <a:r>
              <a:t>    "url": "https://www.microsoft.com/en-us/research/publication/from-searchable-to-non-searchable-generative-ai-and-information-diversity-in-online-information-seeking/",</a:t>
            </a:r>
          </a:p>
          <a:p>
            <a:r>
              <a:t>    "role": "source_context",</a:t>
            </a:r>
          </a:p>
          <a:p>
            <a:r>
              <a:t>    "use": "Source URL carried from Anny storyline.",</a:t>
            </a:r>
          </a:p>
          <a:p>
            <a:r>
              <a:t>    "confidence": "medium",</a:t>
            </a:r>
          </a:p>
          <a:p>
            <a:r>
              <a:t>    "manual_check_required": true</a:t>
            </a:r>
          </a:p>
          <a:p>
            <a:r>
              <a:t>  }</a:t>
            </a:r>
          </a:p>
          <a:p>
            <a:r>
              <a:t>]</a:t>
            </a:r>
          </a:p>
          <a:p>
            <a:r>
              <a:t>image_urls:</a:t>
            </a:r>
          </a:p>
          <a:p/>
          <a:p>
            <a:r>
              <a:t>flags:</a:t>
            </a:r>
          </a:p>
          <a:p>
            <a:r>
              <a:t>- needs_source: False</a:t>
            </a:r>
          </a:p>
          <a:p>
            <a:r>
              <a:t>- needs_fact_check: True</a:t>
            </a:r>
          </a:p>
          <a:p>
            <a:r>
              <a:t>- required_before_broadcast: False</a:t>
            </a:r>
          </a:p>
          <a:p>
            <a:r>
              <a:t>- copyright_risk: False</a:t>
            </a:r>
          </a:p>
          <a:p/>
          <a:p>
            <a:r>
              <a:t>visual_plan:</a:t>
            </a:r>
          </a:p>
          <a:p>
            <a:r>
              <a:t>{</a:t>
            </a:r>
          </a:p>
          <a:p>
            <a:r>
              <a:t>  "kind": "diagram",</a:t>
            </a:r>
          </a:p>
          <a:p>
            <a:r>
              <a:t>  "description": "Diagram nodes/edges provided for editable scaffold.",</a:t>
            </a:r>
          </a:p>
          <a:p>
            <a:r>
              <a:t>  "source_note": "https://www.bbc.com/news/articles/c2023l60370o?at_medium=RSS&amp;at_campaign=rss",</a:t>
            </a:r>
          </a:p>
          <a:p>
            <a:r>
              <a:t>  "copyright_risk": false,</a:t>
            </a:r>
          </a:p>
          <a:p>
            <a:r>
              <a:t>  "manual_check_required": true,</a:t>
            </a:r>
          </a:p>
          <a:p>
            <a:r>
              <a:t>  "prompt_if_ai_image": null</a:t>
            </a:r>
          </a:p>
          <a:p>
            <a:r>
              <a:t>}</a:t>
            </a:r>
          </a:p>
          <a:p/>
          <a:p>
            <a:r>
              <a:t>proof_object:</a:t>
            </a:r>
          </a:p>
          <a:p>
            <a:r>
              <a:t>{</a:t>
            </a:r>
          </a:p>
          <a:p>
            <a:r>
              <a:t>  "type": "diagram",</a:t>
            </a:r>
          </a:p>
          <a:p>
            <a:r>
              <a:t>  "required": true,</a:t>
            </a:r>
          </a:p>
          <a:p>
            <a:r>
              <a:t>  "screen_position": "center_large",</a:t>
            </a:r>
          </a:p>
          <a:p>
            <a:r>
              <a:t>  "display_label": "[도식]",</a:t>
            </a:r>
          </a:p>
          <a:p>
            <a:r>
              <a:t>  "source_url": "https://www.bbc.com/news/articles/c2023l60370o?at_medium=RSS&amp;at_campaign=rss",</a:t>
            </a:r>
          </a:p>
          <a:p>
            <a:r>
              <a:t>  "image_url": null,</a:t>
            </a:r>
          </a:p>
          <a:p>
            <a:r>
              <a:t>  "copyright_risk": false,</a:t>
            </a:r>
          </a:p>
          <a:p>
            <a:r>
              <a:t>  "manual_insert_required": true,</a:t>
            </a:r>
          </a:p>
          <a:p>
            <a:r>
              <a:t>  "source_name": "BBC",</a:t>
            </a:r>
          </a:p>
          <a:p>
            <a:r>
              <a:t>  "display_title": null,</a:t>
            </a:r>
          </a:p>
          <a:p>
            <a:r>
              <a:t>  "quote_text": null,</a:t>
            </a:r>
          </a:p>
          <a:p>
            <a:r>
              <a:t>  "quote_translation": null,</a:t>
            </a:r>
          </a:p>
          <a:p>
            <a:r>
              <a:t>  "chart_title": null,</a:t>
            </a:r>
          </a:p>
          <a:p>
            <a:r>
              <a:t>  "chart_source_label": null,</a:t>
            </a:r>
          </a:p>
          <a:p>
            <a:r>
              <a:t>  "data_hint": null,</a:t>
            </a:r>
          </a:p>
          <a:p>
            <a:r>
              <a:t>  "diagram_nodes": [</a:t>
            </a:r>
          </a:p>
          <a:p>
            <a:r>
              <a:t>    "기존 검색",</a:t>
            </a:r>
          </a:p>
          <a:p>
            <a:r>
              <a:t>    "AI 즉답",</a:t>
            </a:r>
          </a:p>
          <a:p>
            <a:r>
              <a:t>    "비교·검증",</a:t>
            </a:r>
          </a:p>
          <a:p>
            <a:r>
              <a:t>    "바로 답"</a:t>
            </a:r>
          </a:p>
          <a:p>
            <a:r>
              <a:t>  ],</a:t>
            </a:r>
          </a:p>
          <a:p>
            <a:r>
              <a:t>  "diagram_edges": [</a:t>
            </a:r>
          </a:p>
          <a:p>
            <a:r>
              <a:t>    {</a:t>
            </a:r>
          </a:p>
          <a:p>
            <a:r>
              <a:t>      "from": "기존 검색",</a:t>
            </a:r>
          </a:p>
          <a:p>
            <a:r>
              <a:t>      "to": "비교·검증",</a:t>
            </a:r>
          </a:p>
          <a:p>
            <a:r>
              <a:t>      "label": "여러 결과를 확인"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"from": "AI 즉답",</a:t>
            </a:r>
          </a:p>
          <a:p>
            <a:r>
              <a:t>      "to": "바로 답",</a:t>
            </a:r>
          </a:p>
          <a:p>
            <a:r>
              <a:t>      "label": "과정 압축"</a:t>
            </a:r>
          </a:p>
          <a:p>
            <a:r>
              <a:t>    }</a:t>
            </a:r>
          </a:p>
          <a:p>
            <a:r>
              <a:t>  ],</a:t>
            </a:r>
          </a:p>
          <a:p>
            <a:r>
              <a:t>  "placeholder_reason": "Diagram nodes/edges provided for editable scaffold."</a:t>
            </a:r>
          </a:p>
          <a:p>
            <a:r>
              <a:t>}</a:t>
            </a:r>
          </a:p>
          <a:p/>
          <a:p>
            <a:r>
              <a:t>edit_notes:</a:t>
            </a:r>
          </a:p>
          <a:p>
            <a:r>
              <a:t>- Manual fact-check required before broadcast.</a:t>
            </a:r>
          </a:p>
          <a:p/>
          <a:p>
            <a:r>
              <a:t>speaker_notes:</a:t>
            </a:r>
          </a:p>
          <a:p>
            <a:r>
              <a:t>[내용] BBC / Royal Observatory article. [보조] Microsoft Research — AI-mediated inquiry and information diversity. [주의] 천문학 비유는 구조 비유로 사용.</a:t>
            </a:r>
          </a:p>
          <a:p>
            <a:r>
              <a:t>[overflow_notes]</a:t>
            </a:r>
          </a:p>
          <a:p>
            <a:r>
              <a:t>천문학은 답 하나보다 관찰·추론·검증의 과정이 중요한 분야다</a:t>
            </a:r>
          </a:p>
          <a:p>
            <a:r>
              <a:t>AI 즉답은 그 과정을 도와줄 수도, 일부 건너뛰게 만들 수도 있다</a:t>
            </a:r>
          </a:p>
          <a:p>
            <a:r>
              <a:t>여기서는 사실 증명보다 방송용 문제 제기: 도구가 답을 줄 때 사람의 관찰은 어디에 남는가</a:t>
            </a:r>
          </a:p>
          <a:p>
            <a:r>
              <a:t>[source_ref] source_context | Source URL carried from Anny storyline. | https://www.bbc.com/news/articles/c2023l60370o?at_medium=RSS&amp;at_campaign=rss</a:t>
            </a:r>
          </a:p>
          <a:p>
            <a:r>
              <a:t>[source_ref] source_context | Source URL carried from Anny storyline. | https://www.microsoft.com/en-us/research/publication/from-searchable-to-non-searchable-generative-ai-and-information-diversity-in-online-information-seeking/</a:t>
            </a:r>
          </a:p>
          <a:p>
            <a:r>
              <a:t>[check] needs_fact_check=true</a:t>
            </a:r>
          </a:p>
          <a:p>
            <a:r>
              <a:t>[overflow_notes]</a:t>
            </a:r>
          </a:p>
          <a:p>
            <a:r>
              <a:t>천문학은 답 하나보다 관찰·추론·검증의 과정이 중요한 분야다</a:t>
            </a:r>
          </a:p>
          <a:p>
            <a:r>
              <a:t>AI 즉답은 그 과정을 도와줄 수도, 일부 건너뛰게 만들 수도 있다</a:t>
            </a:r>
          </a:p>
          <a:p>
            <a:r>
              <a:t>여기서는 사실 증명보다 방송용 문제 제기: 도구가 답을 줄 때 사람의 관찰은 어디에 남는가</a:t>
            </a:r>
          </a:p>
          <a:p>
            <a:r>
              <a:t>[source_refs]</a:t>
            </a:r>
          </a:p>
          <a:p>
            <a:r>
              <a:t>[</a:t>
            </a:r>
          </a:p>
          <a:p>
            <a:r>
              <a:t>  {</a:t>
            </a:r>
          </a:p>
          <a:p>
            <a:r>
              <a:t>    "url": "https://www.bbc.com/news/articles/c2023l60370o?at_medium=RSS&amp;at_campaign=rss",</a:t>
            </a:r>
          </a:p>
          <a:p>
            <a:r>
              <a:t>    "role": "source_context",</a:t>
            </a:r>
          </a:p>
          <a:p>
            <a:r>
              <a:t>    "use": "Source URL carried from Anny storyline.",</a:t>
            </a:r>
          </a:p>
          <a:p>
            <a:r>
              <a:t>    "confidence": "medium",</a:t>
            </a:r>
          </a:p>
          <a:p>
            <a:r>
              <a:t>    "manual_check_required": true</a:t>
            </a:r>
          </a:p>
          <a:p>
            <a:r>
              <a:t>  },</a:t>
            </a:r>
          </a:p>
          <a:p>
            <a:r>
              <a:t>  {</a:t>
            </a:r>
          </a:p>
          <a:p>
            <a:r>
              <a:t>    "url": "https://www.microsoft.com/en-us/research/publication/from-searchable-to-non-searchable-generative-ai-and-information-diversity-in-online-information-seeking/",</a:t>
            </a:r>
          </a:p>
          <a:p>
            <a:r>
              <a:t>    "role": "source_context",</a:t>
            </a:r>
          </a:p>
          <a:p>
            <a:r>
              <a:t>    "use": "Source URL carried from Anny storyline.",</a:t>
            </a:r>
          </a:p>
          <a:p>
            <a:r>
              <a:t>    "confidence": "medium",</a:t>
            </a:r>
          </a:p>
          <a:p>
            <a:r>
              <a:t>    "manual_check_required": true</a:t>
            </a:r>
          </a:p>
          <a:p>
            <a:r>
              <a:t>  }</a:t>
            </a:r>
          </a:p>
          <a:p>
            <a:r>
              <a:t>]</a:t>
            </a:r>
          </a:p>
          <a:p>
            <a:r>
              <a:t>[proof_object]</a:t>
            </a:r>
          </a:p>
          <a:p>
            <a:r>
              <a:t>{</a:t>
            </a:r>
          </a:p>
          <a:p>
            <a:r>
              <a:t>  "type": "diagram",</a:t>
            </a:r>
          </a:p>
          <a:p>
            <a:r>
              <a:t>  "screen_position": "center_large",</a:t>
            </a:r>
          </a:p>
          <a:p>
            <a:r>
              <a:t>  "source_name": "BBC",</a:t>
            </a:r>
          </a:p>
          <a:p>
            <a:r>
              <a:t>  "display_title": null,</a:t>
            </a:r>
          </a:p>
          <a:p>
            <a:r>
              <a:t>  "quote_text": null,</a:t>
            </a:r>
          </a:p>
          <a:p>
            <a:r>
              <a:t>  "quote_translation": null,</a:t>
            </a:r>
          </a:p>
          <a:p>
            <a:r>
              <a:t>  "source_url": "https://www.bbc.com/news/articles/c2023l60370o?at_medium=RSS&amp;at_campaign=rss",</a:t>
            </a:r>
          </a:p>
          <a:p>
            <a:r>
              <a:t>  "image_url": null,</a:t>
            </a:r>
          </a:p>
          <a:p>
            <a:r>
              <a:t>  "chart_title": null,</a:t>
            </a:r>
          </a:p>
          <a:p>
            <a:r>
              <a:t>  "chart_source_label": null,</a:t>
            </a:r>
          </a:p>
          <a:p>
            <a:r>
              <a:t>  "data_hint": null,</a:t>
            </a:r>
          </a:p>
          <a:p>
            <a:r>
              <a:t>  "diagram_nodes": [</a:t>
            </a:r>
          </a:p>
          <a:p>
            <a:r>
              <a:t>    "기존 검색",</a:t>
            </a:r>
          </a:p>
          <a:p>
            <a:r>
              <a:t>    "AI 즉답",</a:t>
            </a:r>
          </a:p>
          <a:p>
            <a:r>
              <a:t>    "비교·검증",</a:t>
            </a:r>
          </a:p>
          <a:p>
            <a:r>
              <a:t>    "바로 답"</a:t>
            </a:r>
          </a:p>
          <a:p>
            <a:r>
              <a:t>  ],</a:t>
            </a:r>
          </a:p>
          <a:p>
            <a:r>
              <a:t>  "diagram_edges": [</a:t>
            </a:r>
          </a:p>
          <a:p>
            <a:r>
              <a:t>    {</a:t>
            </a:r>
          </a:p>
          <a:p>
            <a:r>
              <a:t>      "from": "기존 검색",</a:t>
            </a:r>
          </a:p>
          <a:p>
            <a:r>
              <a:t>      "to": "비교·검증",</a:t>
            </a:r>
          </a:p>
          <a:p>
            <a:r>
              <a:t>      "label": "여러 결과를 확인"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"from": "AI 즉답",</a:t>
            </a:r>
          </a:p>
          <a:p>
            <a:r>
              <a:t>      "to": "바로 답",</a:t>
            </a:r>
          </a:p>
          <a:p>
            <a:r>
              <a:t>      "label": "과정 압축"</a:t>
            </a:r>
          </a:p>
          <a:p>
            <a:r>
              <a:t>    }</a:t>
            </a:r>
          </a:p>
          <a:p>
            <a:r>
              <a:t>  ],</a:t>
            </a:r>
          </a:p>
          <a:p>
            <a:r>
              <a:t>  "placeholder_reason": "Diagram nodes/edges provided for editable scaffold.",</a:t>
            </a:r>
          </a:p>
          <a:p>
            <a:r>
              <a:t>  "manual_insert_required": true,</a:t>
            </a:r>
          </a:p>
          <a:p>
            <a:r>
              <a:t>  "copyright_risk": false</a:t>
            </a:r>
          </a:p>
          <a:p>
            <a:r>
              <a:t>}</a:t>
            </a:r>
          </a:p>
          <a:p>
            <a:r>
              <a:t>[editor_instruction]</a:t>
            </a:r>
          </a:p>
          <a:p>
            <a:r>
              <a:t>Manual fact-check required before broadcast.</a:t>
            </a:r>
          </a:p>
          <a:p>
            <a:r>
              <a:t>[risk_flags]</a:t>
            </a:r>
          </a:p>
          <a:p>
            <a:r>
              <a:t>[</a:t>
            </a:r>
          </a:p>
          <a:p>
            <a:r>
              <a:t>  "single_source_dependency"</a:t>
            </a:r>
          </a:p>
          <a:p>
            <a:r>
              <a:t>]</a:t>
            </a:r>
          </a:p>
          <a:p/>
          <a:p>
            <a:r>
              <a:t>risk_flags:</a:t>
            </a:r>
          </a:p>
          <a:p>
            <a:r>
              <a:t>[</a:t>
            </a:r>
          </a:p>
          <a:p>
            <a:r>
              <a:t>  "single_source_dependency"</a:t>
            </a:r>
          </a:p>
          <a:p>
            <a:r>
              <a:t>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slide_no: 5</a:t>
            </a:r>
          </a:p>
          <a:p>
            <a:r>
              <a:t>layout_type: comparison</a:t>
            </a:r>
          </a:p>
          <a:p>
            <a:r>
              <a:t>style_profile_loaded: True</a:t>
            </a:r>
          </a:p>
          <a:p>
            <a:r>
              <a:t>style_profile_path: data/style_profiles/syukaworld_ppt_style_profile.json</a:t>
            </a:r>
          </a:p>
          <a:p>
            <a:r>
              <a:t>applied_font_family: 맑은 고딕</a:t>
            </a:r>
          </a:p>
          <a:p>
            <a:r>
              <a:t>applied_fallback_font: Malgun Gothic</a:t>
            </a:r>
          </a:p>
          <a:p>
            <a:r>
              <a:t>source_slide_refs: [</a:t>
            </a:r>
          </a:p>
          <a:p>
            <a:r>
              <a:t>  5</a:t>
            </a:r>
          </a:p>
          <a:p>
            <a:r>
              <a:t>]</a:t>
            </a:r>
          </a:p>
          <a:p>
            <a:r>
              <a:t>proof_object_type: diagram</a:t>
            </a:r>
          </a:p>
          <a:p>
            <a:r>
              <a:t>proof_object_required: True</a:t>
            </a:r>
          </a:p>
          <a:p>
            <a:r>
              <a:t>proof_object_screen_position: center_large</a:t>
            </a:r>
          </a:p>
          <a:p>
            <a:r>
              <a:t>manual_placeholder_hidden: False</a:t>
            </a:r>
          </a:p>
          <a:p/>
          <a:p>
            <a:r>
              <a:t>screen_body_lines:</a:t>
            </a:r>
          </a:p>
          <a:p>
            <a:r>
              <a:t>[]</a:t>
            </a:r>
          </a:p>
          <a:p>
            <a:r>
              <a:t>overflow_body_lines:</a:t>
            </a:r>
          </a:p>
          <a:p>
            <a:r>
              <a:t>[</a:t>
            </a:r>
          </a:p>
          <a:p>
            <a:r>
              <a:t>  "학교, 박물관, 도서관, 과학관도 AI가 설명을 대신하는 시대의 질문을 마주한다",</a:t>
            </a:r>
          </a:p>
          <a:p>
            <a:r>
              <a:t>  "UNESCO와 OECD 자료는 AI 교육을 단순 도구 사용이 아니라 역량·원칙의 문제로 다룬다",</a:t>
            </a:r>
          </a:p>
          <a:p>
            <a:r>
              <a:t>  "따라서 핵심은 답 제공 경쟁이 아니라 질문·검증·맥락을 가르치는 역할 변화다"</a:t>
            </a:r>
          </a:p>
          <a:p>
            <a:r>
              <a:t>]</a:t>
            </a:r>
          </a:p>
          <a:p/>
          <a:p>
            <a:r>
              <a:t>source_urls:</a:t>
            </a:r>
          </a:p>
          <a:p>
            <a:r>
              <a:t>- https://www.unesco.org/en/articles/ai-competency-framework-students</a:t>
            </a:r>
          </a:p>
          <a:p>
            <a:r>
              <a:t>- https://www.oecd.org/en/publications/oecd-digital-education-outlook-2026_062a7394-en.html</a:t>
            </a:r>
          </a:p>
          <a:p/>
          <a:p>
            <a:r>
              <a:t>source_refs:</a:t>
            </a:r>
          </a:p>
          <a:p>
            <a:r>
              <a:t>[</a:t>
            </a:r>
          </a:p>
          <a:p>
            <a:r>
              <a:t>  {</a:t>
            </a:r>
          </a:p>
          <a:p>
            <a:r>
              <a:t>    "url": "https://www.unesco.org/en/articles/ai-competency-framework-students",</a:t>
            </a:r>
          </a:p>
          <a:p>
            <a:r>
              <a:t>    "role": "source_context",</a:t>
            </a:r>
          </a:p>
          <a:p>
            <a:r>
              <a:t>    "use": "Source URL carried from Anny storyline.",</a:t>
            </a:r>
          </a:p>
          <a:p>
            <a:r>
              <a:t>    "confidence": "medium",</a:t>
            </a:r>
          </a:p>
          <a:p>
            <a:r>
              <a:t>    "manual_check_required": true</a:t>
            </a:r>
          </a:p>
          <a:p>
            <a:r>
              <a:t>  },</a:t>
            </a:r>
          </a:p>
          <a:p>
            <a:r>
              <a:t>  {</a:t>
            </a:r>
          </a:p>
          <a:p>
            <a:r>
              <a:t>    "url": "https://www.oecd.org/en/publications/oecd-digital-education-outlook-2026_062a7394-en.html",</a:t>
            </a:r>
          </a:p>
          <a:p>
            <a:r>
              <a:t>    "role": "source_context",</a:t>
            </a:r>
          </a:p>
          <a:p>
            <a:r>
              <a:t>    "use": "Source URL carried from Anny storyline.",</a:t>
            </a:r>
          </a:p>
          <a:p>
            <a:r>
              <a:t>    "confidence": "medium",</a:t>
            </a:r>
          </a:p>
          <a:p>
            <a:r>
              <a:t>    "manual_check_required": true</a:t>
            </a:r>
          </a:p>
          <a:p>
            <a:r>
              <a:t>  }</a:t>
            </a:r>
          </a:p>
          <a:p>
            <a:r>
              <a:t>]</a:t>
            </a:r>
          </a:p>
          <a:p>
            <a:r>
              <a:t>image_urls:</a:t>
            </a:r>
          </a:p>
          <a:p/>
          <a:p>
            <a:r>
              <a:t>flags:</a:t>
            </a:r>
          </a:p>
          <a:p>
            <a:r>
              <a:t>- needs_source: False</a:t>
            </a:r>
          </a:p>
          <a:p>
            <a:r>
              <a:t>- needs_fact_check: True</a:t>
            </a:r>
          </a:p>
          <a:p>
            <a:r>
              <a:t>- required_before_broadcast: False</a:t>
            </a:r>
          </a:p>
          <a:p>
            <a:r>
              <a:t>- copyright_risk: False</a:t>
            </a:r>
          </a:p>
          <a:p/>
          <a:p>
            <a:r>
              <a:t>visual_plan:</a:t>
            </a:r>
          </a:p>
          <a:p>
            <a:r>
              <a:t>{</a:t>
            </a:r>
          </a:p>
          <a:p>
            <a:r>
              <a:t>  "kind": "diagram",</a:t>
            </a:r>
          </a:p>
          <a:p>
            <a:r>
              <a:t>  "description": "Diagram nodes/edges provided for editable scaffold.",</a:t>
            </a:r>
          </a:p>
          <a:p>
            <a:r>
              <a:t>  "source_note": "https://www.unesco.org/en/articles/ai-competency-framework-students",</a:t>
            </a:r>
          </a:p>
          <a:p>
            <a:r>
              <a:t>  "copyright_risk": false,</a:t>
            </a:r>
          </a:p>
          <a:p>
            <a:r>
              <a:t>  "manual_check_required": true,</a:t>
            </a:r>
          </a:p>
          <a:p>
            <a:r>
              <a:t>  "prompt_if_ai_image": null</a:t>
            </a:r>
          </a:p>
          <a:p>
            <a:r>
              <a:t>}</a:t>
            </a:r>
          </a:p>
          <a:p/>
          <a:p>
            <a:r>
              <a:t>proof_object:</a:t>
            </a:r>
          </a:p>
          <a:p>
            <a:r>
              <a:t>{</a:t>
            </a:r>
          </a:p>
          <a:p>
            <a:r>
              <a:t>  "type": "diagram",</a:t>
            </a:r>
          </a:p>
          <a:p>
            <a:r>
              <a:t>  "required": true,</a:t>
            </a:r>
          </a:p>
          <a:p>
            <a:r>
              <a:t>  "screen_position": "center_large",</a:t>
            </a:r>
          </a:p>
          <a:p>
            <a:r>
              <a:t>  "display_label": "[도식]",</a:t>
            </a:r>
          </a:p>
          <a:p>
            <a:r>
              <a:t>  "source_url": "https://www.unesco.org/en/articles/ai-competency-framework-students",</a:t>
            </a:r>
          </a:p>
          <a:p>
            <a:r>
              <a:t>  "image_url": null,</a:t>
            </a:r>
          </a:p>
          <a:p>
            <a:r>
              <a:t>  "copyright_risk": false,</a:t>
            </a:r>
          </a:p>
          <a:p>
            <a:r>
              <a:t>  "manual_insert_required": true,</a:t>
            </a:r>
          </a:p>
          <a:p>
            <a:r>
              <a:t>  "source_name": "UNESCO",</a:t>
            </a:r>
          </a:p>
          <a:p>
            <a:r>
              <a:t>  "display_title": null,</a:t>
            </a:r>
          </a:p>
          <a:p>
            <a:r>
              <a:t>  "quote_text": null,</a:t>
            </a:r>
          </a:p>
          <a:p>
            <a:r>
              <a:t>  "quote_translation": null,</a:t>
            </a:r>
          </a:p>
          <a:p>
            <a:r>
              <a:t>  "chart_title": null,</a:t>
            </a:r>
          </a:p>
          <a:p>
            <a:r>
              <a:t>  "chart_source_label": null,</a:t>
            </a:r>
          </a:p>
          <a:p>
            <a:r>
              <a:t>  "data_hint": null,</a:t>
            </a:r>
          </a:p>
          <a:p>
            <a:r>
              <a:t>  "diagram_nodes": [</a:t>
            </a:r>
          </a:p>
          <a:p>
            <a:r>
              <a:t>    "답 제공",</a:t>
            </a:r>
          </a:p>
          <a:p>
            <a:r>
              <a:t>    "질문 훈련",</a:t>
            </a:r>
          </a:p>
          <a:p>
            <a:r>
              <a:t>    "검증",</a:t>
            </a:r>
          </a:p>
          <a:p>
            <a:r>
              <a:t>    "맥락"</a:t>
            </a:r>
          </a:p>
          <a:p>
            <a:r>
              <a:t>  ],</a:t>
            </a:r>
          </a:p>
          <a:p>
            <a:r>
              <a:t>  "diagram_edges": [</a:t>
            </a:r>
          </a:p>
          <a:p>
            <a:r>
              <a:t>    {</a:t>
            </a:r>
          </a:p>
          <a:p>
            <a:r>
              <a:t>      "from": "답 제공",</a:t>
            </a:r>
          </a:p>
          <a:p>
            <a:r>
              <a:t>      "to": "질문 훈련",</a:t>
            </a:r>
          </a:p>
          <a:p>
            <a:r>
              <a:t>      "label": "역할 변화"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"from": "질문 훈련",</a:t>
            </a:r>
          </a:p>
          <a:p>
            <a:r>
              <a:t>      "to": "검증",</a:t>
            </a:r>
          </a:p>
          <a:p>
            <a:r>
              <a:t>      "label": "확인"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"from": "검증",</a:t>
            </a:r>
          </a:p>
          <a:p>
            <a:r>
              <a:t>      "to": "맥락",</a:t>
            </a:r>
          </a:p>
          <a:p>
            <a:r>
              <a:t>      "label": "이해"</a:t>
            </a:r>
          </a:p>
          <a:p>
            <a:r>
              <a:t>    }</a:t>
            </a:r>
          </a:p>
          <a:p>
            <a:r>
              <a:t>  ],</a:t>
            </a:r>
          </a:p>
          <a:p>
            <a:r>
              <a:t>  "placeholder_reason": "Diagram nodes/edges provided for editable scaffold."</a:t>
            </a:r>
          </a:p>
          <a:p>
            <a:r>
              <a:t>}</a:t>
            </a:r>
          </a:p>
          <a:p/>
          <a:p>
            <a:r>
              <a:t>edit_notes:</a:t>
            </a:r>
          </a:p>
          <a:p>
            <a:r>
              <a:t>- Manual fact-check required before broadcast.</a:t>
            </a:r>
          </a:p>
          <a:p/>
          <a:p>
            <a:r>
              <a:t>speaker_notes:</a:t>
            </a:r>
          </a:p>
          <a:p>
            <a:r>
              <a:t>[근거] UNESCO AI Competency Framework, OECD Digital Education Outlook. [주의] 역할 변화는 방향성으로만 표현.</a:t>
            </a:r>
          </a:p>
          <a:p>
            <a:r>
              <a:t>[overflow_notes]</a:t>
            </a:r>
          </a:p>
          <a:p>
            <a:r>
              <a:t>학교, 박물관, 도서관, 과학관도 AI가 설명을 대신하는 시대의 질문을 마주한다</a:t>
            </a:r>
          </a:p>
          <a:p>
            <a:r>
              <a:t>UNESCO와 OECD 자료는 AI 교육을 단순 도구 사용이 아니라 역량·원칙의 문제로 다룬다</a:t>
            </a:r>
          </a:p>
          <a:p>
            <a:r>
              <a:t>따라서 핵심은 답 제공 경쟁이 아니라 질문·검증·맥락을 가르치는 역할 변화다</a:t>
            </a:r>
          </a:p>
          <a:p>
            <a:r>
              <a:t>[source_ref] source_context | Source URL carried from Anny storyline. | https://www.unesco.org/en/articles/ai-competency-framework-students</a:t>
            </a:r>
          </a:p>
          <a:p>
            <a:r>
              <a:t>[source_ref] source_context | Source URL carried from Anny storyline. | https://www.oecd.org/en/publications/oecd-digital-education-outlook-2026_062a7394-en.html</a:t>
            </a:r>
          </a:p>
          <a:p>
            <a:r>
              <a:t>[check] needs_fact_check=true</a:t>
            </a:r>
          </a:p>
          <a:p>
            <a:r>
              <a:t>[overflow_notes]</a:t>
            </a:r>
          </a:p>
          <a:p>
            <a:r>
              <a:t>학교, 박물관, 도서관, 과학관도 AI가 설명을 대신하는 시대의 질문을 마주한다</a:t>
            </a:r>
          </a:p>
          <a:p>
            <a:r>
              <a:t>UNESCO와 OECD 자료는 AI 교육을 단순 도구 사용이 아니라 역량·원칙의 문제로 다룬다</a:t>
            </a:r>
          </a:p>
          <a:p>
            <a:r>
              <a:t>따라서 핵심은 답 제공 경쟁이 아니라 질문·검증·맥락을 가르치는 역할 변화다</a:t>
            </a:r>
          </a:p>
          <a:p>
            <a:r>
              <a:t>[source_refs]</a:t>
            </a:r>
          </a:p>
          <a:p>
            <a:r>
              <a:t>[</a:t>
            </a:r>
          </a:p>
          <a:p>
            <a:r>
              <a:t>  {</a:t>
            </a:r>
          </a:p>
          <a:p>
            <a:r>
              <a:t>    "url": "https://www.unesco.org/en/articles/ai-competency-framework-students",</a:t>
            </a:r>
          </a:p>
          <a:p>
            <a:r>
              <a:t>    "role": "source_context",</a:t>
            </a:r>
          </a:p>
          <a:p>
            <a:r>
              <a:t>    "use": "Source URL carried from Anny storyline.",</a:t>
            </a:r>
          </a:p>
          <a:p>
            <a:r>
              <a:t>    "confidence": "medium",</a:t>
            </a:r>
          </a:p>
          <a:p>
            <a:r>
              <a:t>    "manual_check_required": true</a:t>
            </a:r>
          </a:p>
          <a:p>
            <a:r>
              <a:t>  },</a:t>
            </a:r>
          </a:p>
          <a:p>
            <a:r>
              <a:t>  {</a:t>
            </a:r>
          </a:p>
          <a:p>
            <a:r>
              <a:t>    "url": "https://www.oecd.org/en/publications/oecd-digital-education-outlook-2026_062a7394-en.html",</a:t>
            </a:r>
          </a:p>
          <a:p>
            <a:r>
              <a:t>    "role": "source_context",</a:t>
            </a:r>
          </a:p>
          <a:p>
            <a:r>
              <a:t>    "use": "Source URL carried from Anny storyline.",</a:t>
            </a:r>
          </a:p>
          <a:p>
            <a:r>
              <a:t>    "confidence": "medium",</a:t>
            </a:r>
          </a:p>
          <a:p>
            <a:r>
              <a:t>    "manual_check_required": true</a:t>
            </a:r>
          </a:p>
          <a:p>
            <a:r>
              <a:t>  }</a:t>
            </a:r>
          </a:p>
          <a:p>
            <a:r>
              <a:t>]</a:t>
            </a:r>
          </a:p>
          <a:p>
            <a:r>
              <a:t>[proof_object]</a:t>
            </a:r>
          </a:p>
          <a:p>
            <a:r>
              <a:t>{</a:t>
            </a:r>
          </a:p>
          <a:p>
            <a:r>
              <a:t>  "type": "diagram",</a:t>
            </a:r>
          </a:p>
          <a:p>
            <a:r>
              <a:t>  "screen_position": "center_large",</a:t>
            </a:r>
          </a:p>
          <a:p>
            <a:r>
              <a:t>  "source_name": "UNESCO",</a:t>
            </a:r>
          </a:p>
          <a:p>
            <a:r>
              <a:t>  "display_title": null,</a:t>
            </a:r>
          </a:p>
          <a:p>
            <a:r>
              <a:t>  "quote_text": null,</a:t>
            </a:r>
          </a:p>
          <a:p>
            <a:r>
              <a:t>  "quote_translation": null,</a:t>
            </a:r>
          </a:p>
          <a:p>
            <a:r>
              <a:t>  "source_url": "https://www.unesco.org/en/articles/ai-competency-framework-students",</a:t>
            </a:r>
          </a:p>
          <a:p>
            <a:r>
              <a:t>  "image_url": null,</a:t>
            </a:r>
          </a:p>
          <a:p>
            <a:r>
              <a:t>  "chart_title": null,</a:t>
            </a:r>
          </a:p>
          <a:p>
            <a:r>
              <a:t>  "chart_source_label": null,</a:t>
            </a:r>
          </a:p>
          <a:p>
            <a:r>
              <a:t>  "data_hint": null,</a:t>
            </a:r>
          </a:p>
          <a:p>
            <a:r>
              <a:t>  "diagram_nodes": [</a:t>
            </a:r>
          </a:p>
          <a:p>
            <a:r>
              <a:t>    "답 제공",</a:t>
            </a:r>
          </a:p>
          <a:p>
            <a:r>
              <a:t>    "질문 훈련",</a:t>
            </a:r>
          </a:p>
          <a:p>
            <a:r>
              <a:t>    "검증",</a:t>
            </a:r>
          </a:p>
          <a:p>
            <a:r>
              <a:t>    "맥락"</a:t>
            </a:r>
          </a:p>
          <a:p>
            <a:r>
              <a:t>  ],</a:t>
            </a:r>
          </a:p>
          <a:p>
            <a:r>
              <a:t>  "diagram_edges": [</a:t>
            </a:r>
          </a:p>
          <a:p>
            <a:r>
              <a:t>    {</a:t>
            </a:r>
          </a:p>
          <a:p>
            <a:r>
              <a:t>      "from": "답 제공",</a:t>
            </a:r>
          </a:p>
          <a:p>
            <a:r>
              <a:t>      "to": "질문 훈련",</a:t>
            </a:r>
          </a:p>
          <a:p>
            <a:r>
              <a:t>      "label": "역할 변화"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"from": "질문 훈련",</a:t>
            </a:r>
          </a:p>
          <a:p>
            <a:r>
              <a:t>      "to": "검증",</a:t>
            </a:r>
          </a:p>
          <a:p>
            <a:r>
              <a:t>      "label": "확인"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"from": "검증",</a:t>
            </a:r>
          </a:p>
          <a:p>
            <a:r>
              <a:t>      "to": "맥락",</a:t>
            </a:r>
          </a:p>
          <a:p>
            <a:r>
              <a:t>      "label": "이해"</a:t>
            </a:r>
          </a:p>
          <a:p>
            <a:r>
              <a:t>    }</a:t>
            </a:r>
          </a:p>
          <a:p>
            <a:r>
              <a:t>  ],</a:t>
            </a:r>
          </a:p>
          <a:p>
            <a:r>
              <a:t>  "placeholder_reason": "Diagram nodes/edges provided for editable scaffold.",</a:t>
            </a:r>
          </a:p>
          <a:p>
            <a:r>
              <a:t>  "manual_insert_required": true,</a:t>
            </a:r>
          </a:p>
          <a:p>
            <a:r>
              <a:t>  "copyright_risk": false</a:t>
            </a:r>
          </a:p>
          <a:p>
            <a:r>
              <a:t>}</a:t>
            </a:r>
          </a:p>
          <a:p>
            <a:r>
              <a:t>[editor_instruction]</a:t>
            </a:r>
          </a:p>
          <a:p>
            <a:r>
              <a:t>Manual fact-check required before broadcast.</a:t>
            </a:r>
          </a:p>
          <a:p>
            <a:r>
              <a:t>[risk_flags]</a:t>
            </a:r>
          </a:p>
          <a:p>
            <a:r>
              <a:t>[</a:t>
            </a:r>
          </a:p>
          <a:p>
            <a:r>
              <a:t>  "single_source_dependency"</a:t>
            </a:r>
          </a:p>
          <a:p>
            <a:r>
              <a:t>]</a:t>
            </a:r>
          </a:p>
          <a:p/>
          <a:p>
            <a:r>
              <a:t>risk_flags:</a:t>
            </a:r>
          </a:p>
          <a:p>
            <a:r>
              <a:t>[</a:t>
            </a:r>
          </a:p>
          <a:p>
            <a:r>
              <a:t>  "single_source_dependency"</a:t>
            </a:r>
          </a:p>
          <a:p>
            <a:r>
              <a:t>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slide_no: 6</a:t>
            </a:r>
          </a:p>
          <a:p>
            <a:r>
              <a:t>layout_type: comparison</a:t>
            </a:r>
          </a:p>
          <a:p>
            <a:r>
              <a:t>style_profile_loaded: True</a:t>
            </a:r>
          </a:p>
          <a:p>
            <a:r>
              <a:t>style_profile_path: data/style_profiles/syukaworld_ppt_style_profile.json</a:t>
            </a:r>
          </a:p>
          <a:p>
            <a:r>
              <a:t>applied_font_family: 맑은 고딕</a:t>
            </a:r>
          </a:p>
          <a:p>
            <a:r>
              <a:t>applied_fallback_font: Malgun Gothic</a:t>
            </a:r>
          </a:p>
          <a:p>
            <a:r>
              <a:t>source_slide_refs: [</a:t>
            </a:r>
          </a:p>
          <a:p>
            <a:r>
              <a:t>  6</a:t>
            </a:r>
          </a:p>
          <a:p>
            <a:r>
              <a:t>]</a:t>
            </a:r>
          </a:p>
          <a:p>
            <a:r>
              <a:t>proof_object_type: diagram</a:t>
            </a:r>
          </a:p>
          <a:p>
            <a:r>
              <a:t>proof_object_required: True</a:t>
            </a:r>
          </a:p>
          <a:p>
            <a:r>
              <a:t>proof_object_screen_position: center_large</a:t>
            </a:r>
          </a:p>
          <a:p>
            <a:r>
              <a:t>manual_placeholder_hidden: False</a:t>
            </a:r>
          </a:p>
          <a:p/>
          <a:p>
            <a:r>
              <a:t>screen_body_lines:</a:t>
            </a:r>
          </a:p>
          <a:p>
            <a:r>
              <a:t>[]</a:t>
            </a:r>
          </a:p>
          <a:p>
            <a:r>
              <a:t>overflow_body_lines:</a:t>
            </a:r>
          </a:p>
          <a:p>
            <a:r>
              <a:t>[</a:t>
            </a:r>
          </a:p>
          <a:p>
            <a:r>
              <a:t>  "답을 아는 능력인가",</a:t>
            </a:r>
          </a:p>
          <a:p>
            <a:r>
              <a:t>  "답을 의심하고 확인하는 능력인가",</a:t>
            </a:r>
          </a:p>
          <a:p>
            <a:r>
              <a:t>  "혹은 더 좋은 질문을 만드는 능력인가"</a:t>
            </a:r>
          </a:p>
          <a:p>
            <a:r>
              <a:t>]</a:t>
            </a:r>
          </a:p>
          <a:p/>
          <a:p>
            <a:r>
              <a:t>source_urls:</a:t>
            </a:r>
          </a:p>
          <a:p>
            <a:r>
              <a:t>image_urls:</a:t>
            </a:r>
          </a:p>
          <a:p/>
          <a:p>
            <a:r>
              <a:t>flags:</a:t>
            </a:r>
          </a:p>
          <a:p>
            <a:r>
              <a:t>- needs_source: False</a:t>
            </a:r>
          </a:p>
          <a:p>
            <a:r>
              <a:t>- needs_fact_check: False</a:t>
            </a:r>
          </a:p>
          <a:p>
            <a:r>
              <a:t>- required_before_broadcast: False</a:t>
            </a:r>
          </a:p>
          <a:p>
            <a:r>
              <a:t>- copyright_risk: False</a:t>
            </a:r>
          </a:p>
          <a:p/>
          <a:p>
            <a:r>
              <a:t>visual_plan:</a:t>
            </a:r>
          </a:p>
          <a:p>
            <a:r>
              <a:t>{</a:t>
            </a:r>
          </a:p>
          <a:p>
            <a:r>
              <a:t>  "kind": "diagram",</a:t>
            </a:r>
          </a:p>
          <a:p>
            <a:r>
              <a:t>  "description": "Diagram nodes/edges provided for editable scaffold.",</a:t>
            </a:r>
          </a:p>
          <a:p>
            <a:r>
              <a:t>  "source_note": null,</a:t>
            </a:r>
          </a:p>
          <a:p>
            <a:r>
              <a:t>  "copyright_risk": false,</a:t>
            </a:r>
          </a:p>
          <a:p>
            <a:r>
              <a:t>  "manual_check_required": true,</a:t>
            </a:r>
          </a:p>
          <a:p>
            <a:r>
              <a:t>  "prompt_if_ai_image": null</a:t>
            </a:r>
          </a:p>
          <a:p>
            <a:r>
              <a:t>}</a:t>
            </a:r>
          </a:p>
          <a:p/>
          <a:p>
            <a:r>
              <a:t>proof_object:</a:t>
            </a:r>
          </a:p>
          <a:p>
            <a:r>
              <a:t>{</a:t>
            </a:r>
          </a:p>
          <a:p>
            <a:r>
              <a:t>  "type": "diagram",</a:t>
            </a:r>
          </a:p>
          <a:p>
            <a:r>
              <a:t>  "required": true,</a:t>
            </a:r>
          </a:p>
          <a:p>
            <a:r>
              <a:t>  "screen_position": "center_large",</a:t>
            </a:r>
          </a:p>
          <a:p>
            <a:r>
              <a:t>  "display_label": "[도식]",</a:t>
            </a:r>
          </a:p>
          <a:p>
            <a:r>
              <a:t>  "source_url": null,</a:t>
            </a:r>
          </a:p>
          <a:p>
            <a:r>
              <a:t>  "image_url": null,</a:t>
            </a:r>
          </a:p>
          <a:p>
            <a:r>
              <a:t>  "copyright_risk": false,</a:t>
            </a:r>
          </a:p>
          <a:p>
            <a:r>
              <a:t>  "manual_insert_required": true,</a:t>
            </a:r>
          </a:p>
          <a:p>
            <a:r>
              <a:t>  "source_name": null,</a:t>
            </a:r>
          </a:p>
          <a:p>
            <a:r>
              <a:t>  "display_title": null,</a:t>
            </a:r>
          </a:p>
          <a:p>
            <a:r>
              <a:t>  "quote_text": null,</a:t>
            </a:r>
          </a:p>
          <a:p>
            <a:r>
              <a:t>  "quote_translation": null,</a:t>
            </a:r>
          </a:p>
          <a:p>
            <a:r>
              <a:t>  "chart_title": null,</a:t>
            </a:r>
          </a:p>
          <a:p>
            <a:r>
              <a:t>  "chart_source_label": null,</a:t>
            </a:r>
          </a:p>
          <a:p>
            <a:r>
              <a:t>  "data_hint": null,</a:t>
            </a:r>
          </a:p>
          <a:p>
            <a:r>
              <a:t>  "diagram_nodes": [</a:t>
            </a:r>
          </a:p>
          <a:p>
            <a:r>
              <a:t>    "질문",</a:t>
            </a:r>
          </a:p>
          <a:p>
            <a:r>
              <a:t>    "검증",</a:t>
            </a:r>
          </a:p>
          <a:p>
            <a:r>
              <a:t>    "맥락"</a:t>
            </a:r>
          </a:p>
          <a:p>
            <a:r>
              <a:t>  ],</a:t>
            </a:r>
          </a:p>
          <a:p>
            <a:r>
              <a:t>  "diagram_edges": [</a:t>
            </a:r>
          </a:p>
          <a:p>
            <a:r>
              <a:t>    {</a:t>
            </a:r>
          </a:p>
          <a:p>
            <a:r>
              <a:t>      "from": "질문",</a:t>
            </a:r>
          </a:p>
          <a:p>
            <a:r>
              <a:t>      "to": "검증",</a:t>
            </a:r>
          </a:p>
          <a:p>
            <a:r>
              <a:t>      "label": "출처 확인"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"from": "검증",</a:t>
            </a:r>
          </a:p>
          <a:p>
            <a:r>
              <a:t>      "to": "맥락",</a:t>
            </a:r>
          </a:p>
          <a:p>
            <a:r>
              <a:t>      "label": "다른 자료와 비교"</a:t>
            </a:r>
          </a:p>
          <a:p>
            <a:r>
              <a:t>    }</a:t>
            </a:r>
          </a:p>
          <a:p>
            <a:r>
              <a:t>  ],</a:t>
            </a:r>
          </a:p>
          <a:p>
            <a:r>
              <a:t>  "placeholder_reason": "Diagram nodes/edges provided for editable scaffold."</a:t>
            </a:r>
          </a:p>
          <a:p>
            <a:r>
              <a:t>}</a:t>
            </a:r>
          </a:p>
          <a:p/>
          <a:p>
            <a:r>
              <a:t>edit_notes:</a:t>
            </a:r>
          </a:p>
          <a:p/>
          <a:p>
            <a:r>
              <a:t>speaker_notes:</a:t>
            </a:r>
          </a:p>
          <a:p>
            <a:r>
              <a:t>[rhetorical_bridge] 섹션 전환용 질문. 별도 출처를 강제하지 않음.</a:t>
            </a:r>
          </a:p>
          <a:p>
            <a:r>
              <a:t>[overflow_notes]</a:t>
            </a:r>
          </a:p>
          <a:p>
            <a:r>
              <a:t>답을 아는 능력인가</a:t>
            </a:r>
          </a:p>
          <a:p>
            <a:r>
              <a:t>답을 의심하고 확인하는 능력인가</a:t>
            </a:r>
          </a:p>
          <a:p>
            <a:r>
              <a:t>혹은 더 좋은 질문을 만드는 능력인가</a:t>
            </a:r>
          </a:p>
          <a:p>
            <a:r>
              <a:t>[overflow_notes]</a:t>
            </a:r>
          </a:p>
          <a:p>
            <a:r>
              <a:t>답을 아는 능력인가</a:t>
            </a:r>
          </a:p>
          <a:p>
            <a:r>
              <a:t>답을 의심하고 확인하는 능력인가</a:t>
            </a:r>
          </a:p>
          <a:p>
            <a:r>
              <a:t>혹은 더 좋은 질문을 만드는 능력인가</a:t>
            </a:r>
          </a:p>
          <a:p>
            <a:r>
              <a:t>[proof_object]</a:t>
            </a:r>
          </a:p>
          <a:p>
            <a:r>
              <a:t>{</a:t>
            </a:r>
          </a:p>
          <a:p>
            <a:r>
              <a:t>  "type": "diagram",</a:t>
            </a:r>
          </a:p>
          <a:p>
            <a:r>
              <a:t>  "screen_position": "center_large",</a:t>
            </a:r>
          </a:p>
          <a:p>
            <a:r>
              <a:t>  "source_name": null,</a:t>
            </a:r>
          </a:p>
          <a:p>
            <a:r>
              <a:t>  "display_title": null,</a:t>
            </a:r>
          </a:p>
          <a:p>
            <a:r>
              <a:t>  "quote_text": null,</a:t>
            </a:r>
          </a:p>
          <a:p>
            <a:r>
              <a:t>  "quote_translation": null,</a:t>
            </a:r>
          </a:p>
          <a:p>
            <a:r>
              <a:t>  "source_url": null,</a:t>
            </a:r>
          </a:p>
          <a:p>
            <a:r>
              <a:t>  "image_url": null,</a:t>
            </a:r>
          </a:p>
          <a:p>
            <a:r>
              <a:t>  "chart_title": null,</a:t>
            </a:r>
          </a:p>
          <a:p>
            <a:r>
              <a:t>  "chart_source_label": null,</a:t>
            </a:r>
          </a:p>
          <a:p>
            <a:r>
              <a:t>  "data_hint": null,</a:t>
            </a:r>
          </a:p>
          <a:p>
            <a:r>
              <a:t>  "diagram_nodes": [</a:t>
            </a:r>
          </a:p>
          <a:p>
            <a:r>
              <a:t>    "질문",</a:t>
            </a:r>
          </a:p>
          <a:p>
            <a:r>
              <a:t>    "검증",</a:t>
            </a:r>
          </a:p>
          <a:p>
            <a:r>
              <a:t>    "맥락"</a:t>
            </a:r>
          </a:p>
          <a:p>
            <a:r>
              <a:t>  ],</a:t>
            </a:r>
          </a:p>
          <a:p>
            <a:r>
              <a:t>  "diagram_edges": [</a:t>
            </a:r>
          </a:p>
          <a:p>
            <a:r>
              <a:t>    {</a:t>
            </a:r>
          </a:p>
          <a:p>
            <a:r>
              <a:t>      "from": "질문",</a:t>
            </a:r>
          </a:p>
          <a:p>
            <a:r>
              <a:t>      "to": "검증",</a:t>
            </a:r>
          </a:p>
          <a:p>
            <a:r>
              <a:t>      "label": "출처 확인"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"from": "검증",</a:t>
            </a:r>
          </a:p>
          <a:p>
            <a:r>
              <a:t>      "to": "맥락",</a:t>
            </a:r>
          </a:p>
          <a:p>
            <a:r>
              <a:t>      "label": "다른 자료와 비교"</a:t>
            </a:r>
          </a:p>
          <a:p>
            <a:r>
              <a:t>    }</a:t>
            </a:r>
          </a:p>
          <a:p>
            <a:r>
              <a:t>  ],</a:t>
            </a:r>
          </a:p>
          <a:p>
            <a:r>
              <a:t>  "placeholder_reason": "Diagram nodes/edges provided for editable scaffold.",</a:t>
            </a:r>
          </a:p>
          <a:p>
            <a:r>
              <a:t>  "manual_insert_required": true,</a:t>
            </a:r>
          </a:p>
          <a:p>
            <a:r>
              <a:t>  "copyright_risk": false</a:t>
            </a:r>
          </a:p>
          <a:p>
            <a:r>
              <a:t>}</a:t>
            </a:r>
          </a:p>
          <a:p>
            <a:r>
              <a:t>[risk_flags]</a:t>
            </a:r>
          </a:p>
          <a:p>
            <a:r>
              <a:t>[</a:t>
            </a:r>
          </a:p>
          <a:p>
            <a:r>
              <a:t>  "single_source_dependency"</a:t>
            </a:r>
          </a:p>
          <a:p>
            <a:r>
              <a:t>]</a:t>
            </a:r>
          </a:p>
          <a:p/>
          <a:p>
            <a:r>
              <a:t>risk_flags:</a:t>
            </a:r>
          </a:p>
          <a:p>
            <a:r>
              <a:t>[</a:t>
            </a:r>
          </a:p>
          <a:p>
            <a:r>
              <a:t>  "single_source_dependency"</a:t>
            </a:r>
          </a:p>
          <a:p>
            <a:r>
              <a:t>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slide_no: 7</a:t>
            </a:r>
          </a:p>
          <a:p>
            <a:r>
              <a:t>layout_type: section_title</a:t>
            </a:r>
          </a:p>
          <a:p>
            <a:r>
              <a:t>style_profile_loaded: True</a:t>
            </a:r>
          </a:p>
          <a:p>
            <a:r>
              <a:t>style_profile_path: data/style_profiles/syukaworld_ppt_style_profile.json</a:t>
            </a:r>
          </a:p>
          <a:p>
            <a:r>
              <a:t>applied_font_family: 맑은 고딕</a:t>
            </a:r>
          </a:p>
          <a:p>
            <a:r>
              <a:t>applied_fallback_font: Malgun Gothic</a:t>
            </a:r>
          </a:p>
          <a:p>
            <a:r>
              <a:t>source_slide_refs: [</a:t>
            </a:r>
          </a:p>
          <a:p>
            <a:r>
              <a:t>  7</a:t>
            </a:r>
          </a:p>
          <a:p>
            <a:r>
              <a:t>]</a:t>
            </a:r>
          </a:p>
          <a:p>
            <a:r>
              <a:t>proof_object_type: none</a:t>
            </a:r>
          </a:p>
          <a:p>
            <a:r>
              <a:t>proof_object_required: False</a:t>
            </a:r>
          </a:p>
          <a:p>
            <a:r>
              <a:t>proof_object_screen_position: none</a:t>
            </a:r>
          </a:p>
          <a:p>
            <a:r>
              <a:t>manual_placeholder_hidden: False</a:t>
            </a:r>
          </a:p>
          <a:p/>
          <a:p>
            <a:r>
              <a:t>screen_body_lines:</a:t>
            </a:r>
          </a:p>
          <a:p>
            <a:r>
              <a:t>[</a:t>
            </a:r>
          </a:p>
          <a:p>
            <a:r>
              <a:t>  "AI가 답을 주면, 사람은 무엇을 덜 하게 될까"</a:t>
            </a:r>
          </a:p>
          <a:p>
            <a:r>
              <a:t>]</a:t>
            </a:r>
          </a:p>
          <a:p>
            <a:r>
              <a:t>overflow_body_lines:</a:t>
            </a:r>
          </a:p>
          <a:p>
            <a:r>
              <a:t>[]</a:t>
            </a:r>
          </a:p>
          <a:p/>
          <a:p>
            <a:r>
              <a:t>source_urls:</a:t>
            </a:r>
          </a:p>
          <a:p>
            <a:r>
              <a:t>image_urls:</a:t>
            </a:r>
          </a:p>
          <a:p/>
          <a:p>
            <a:r>
              <a:t>flags:</a:t>
            </a:r>
          </a:p>
          <a:p>
            <a:r>
              <a:t>- needs_source: False</a:t>
            </a:r>
          </a:p>
          <a:p>
            <a:r>
              <a:t>- needs_fact_check: False</a:t>
            </a:r>
          </a:p>
          <a:p>
            <a:r>
              <a:t>- required_before_broadcast: False</a:t>
            </a:r>
          </a:p>
          <a:p>
            <a:r>
              <a:t>- copyright_risk: False</a:t>
            </a:r>
          </a:p>
          <a:p/>
          <a:p>
            <a:r>
              <a:t>visual_plan:</a:t>
            </a:r>
          </a:p>
          <a:p>
            <a:r>
              <a:t>{</a:t>
            </a:r>
          </a:p>
          <a:p>
            <a:r>
              <a:t>  "kind": "none",</a:t>
            </a:r>
          </a:p>
          <a:p>
            <a:r>
              <a:t>  "description": "",</a:t>
            </a:r>
          </a:p>
          <a:p>
            <a:r>
              <a:t>  "source_note": null,</a:t>
            </a:r>
          </a:p>
          <a:p>
            <a:r>
              <a:t>  "copyright_risk": false,</a:t>
            </a:r>
          </a:p>
          <a:p>
            <a:r>
              <a:t>  "manual_check_required": false,</a:t>
            </a:r>
          </a:p>
          <a:p>
            <a:r>
              <a:t>  "prompt_if_ai_image": null</a:t>
            </a:r>
          </a:p>
          <a:p>
            <a:r>
              <a:t>}</a:t>
            </a:r>
          </a:p>
          <a:p/>
          <a:p>
            <a:r>
              <a:t>proof_object:</a:t>
            </a:r>
          </a:p>
          <a:p>
            <a:r>
              <a:t>{</a:t>
            </a:r>
          </a:p>
          <a:p>
            <a:r>
              <a:t>  "type": "none",</a:t>
            </a:r>
          </a:p>
          <a:p>
            <a:r>
              <a:t>  "required": false,</a:t>
            </a:r>
          </a:p>
          <a:p>
            <a:r>
              <a:t>  "screen_position": "none",</a:t>
            </a:r>
          </a:p>
          <a:p>
            <a:r>
              <a:t>  "display_label": "",</a:t>
            </a:r>
          </a:p>
          <a:p>
            <a:r>
              <a:t>  "source_url": null,</a:t>
            </a:r>
          </a:p>
          <a:p>
            <a:r>
              <a:t>  "image_url": null,</a:t>
            </a:r>
          </a:p>
          <a:p>
            <a:r>
              <a:t>  "copyright_risk": false,</a:t>
            </a:r>
          </a:p>
          <a:p>
            <a:r>
              <a:t>  "manual_insert_required": false,</a:t>
            </a:r>
          </a:p>
          <a:p>
            <a:r>
              <a:t>  "source_name": null,</a:t>
            </a:r>
          </a:p>
          <a:p>
            <a:r>
              <a:t>  "display_title": null,</a:t>
            </a:r>
          </a:p>
          <a:p>
            <a:r>
              <a:t>  "quote_text": null,</a:t>
            </a:r>
          </a:p>
          <a:p>
            <a:r>
              <a:t>  "quote_translation": null,</a:t>
            </a:r>
          </a:p>
          <a:p>
            <a:r>
              <a:t>  "chart_title": null,</a:t>
            </a:r>
          </a:p>
          <a:p>
            <a:r>
              <a:t>  "chart_source_label": null,</a:t>
            </a:r>
          </a:p>
          <a:p>
            <a:r>
              <a:t>  "data_hint": null,</a:t>
            </a:r>
          </a:p>
          <a:p>
            <a:r>
              <a:t>  "diagram_nodes": [],</a:t>
            </a:r>
          </a:p>
          <a:p>
            <a:r>
              <a:t>  "diagram_edges": [],</a:t>
            </a:r>
          </a:p>
          <a:p>
            <a:r>
              <a:t>  "placeholder_reason": null</a:t>
            </a:r>
          </a:p>
          <a:p>
            <a:r>
              <a:t>}</a:t>
            </a:r>
          </a:p>
          <a:p/>
          <a:p>
            <a:r>
              <a:t>edit_notes:</a:t>
            </a:r>
          </a:p>
          <a:p/>
          <a:p>
            <a:r>
              <a:t>speaker_notes:</a:t>
            </a:r>
          </a:p>
          <a:p>
            <a:r>
              <a:t>[섹션] 학습 효과 단정 금지. 보조 연구 필요.</a:t>
            </a:r>
          </a:p>
          <a:p>
            <a:r>
              <a:t>[proof_object]</a:t>
            </a:r>
          </a:p>
          <a:p>
            <a:r>
              <a:t>{</a:t>
            </a:r>
          </a:p>
          <a:p>
            <a:r>
              <a:t>  "type": "none",</a:t>
            </a:r>
          </a:p>
          <a:p>
            <a:r>
              <a:t>  "screen_position": "none",</a:t>
            </a:r>
          </a:p>
          <a:p>
            <a:r>
              <a:t>  "source_name": null,</a:t>
            </a:r>
          </a:p>
          <a:p>
            <a:r>
              <a:t>  "display_title": null,</a:t>
            </a:r>
          </a:p>
          <a:p>
            <a:r>
              <a:t>  "quote_text": null,</a:t>
            </a:r>
          </a:p>
          <a:p>
            <a:r>
              <a:t>  "quote_translation": null,</a:t>
            </a:r>
          </a:p>
          <a:p>
            <a:r>
              <a:t>  "source_url": null,</a:t>
            </a:r>
          </a:p>
          <a:p>
            <a:r>
              <a:t>  "image_url": null,</a:t>
            </a:r>
          </a:p>
          <a:p>
            <a:r>
              <a:t>  "chart_title": null,</a:t>
            </a:r>
          </a:p>
          <a:p>
            <a:r>
              <a:t>  "chart_source_label": null,</a:t>
            </a:r>
          </a:p>
          <a:p>
            <a:r>
              <a:t>  "data_hint": null,</a:t>
            </a:r>
          </a:p>
          <a:p>
            <a:r>
              <a:t>  "diagram_nodes": [],</a:t>
            </a:r>
          </a:p>
          <a:p>
            <a:r>
              <a:t>  "diagram_edges": [],</a:t>
            </a:r>
          </a:p>
          <a:p>
            <a:r>
              <a:t>  "placeholder_reason": null,</a:t>
            </a:r>
          </a:p>
          <a:p>
            <a:r>
              <a:t>  "manual_insert_required": false,</a:t>
            </a:r>
          </a:p>
          <a:p>
            <a:r>
              <a:t>  "copyright_risk": false</a:t>
            </a:r>
          </a:p>
          <a:p>
            <a: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slide_no: 8</a:t>
            </a:r>
          </a:p>
          <a:p>
            <a:r>
              <a:t>layout_type: comparison</a:t>
            </a:r>
          </a:p>
          <a:p>
            <a:r>
              <a:t>style_profile_loaded: True</a:t>
            </a:r>
          </a:p>
          <a:p>
            <a:r>
              <a:t>style_profile_path: data/style_profiles/syukaworld_ppt_style_profile.json</a:t>
            </a:r>
          </a:p>
          <a:p>
            <a:r>
              <a:t>applied_font_family: 맑은 고딕</a:t>
            </a:r>
          </a:p>
          <a:p>
            <a:r>
              <a:t>applied_fallback_font: Malgun Gothic</a:t>
            </a:r>
          </a:p>
          <a:p>
            <a:r>
              <a:t>source_slide_refs: [</a:t>
            </a:r>
          </a:p>
          <a:p>
            <a:r>
              <a:t>  8</a:t>
            </a:r>
          </a:p>
          <a:p>
            <a:r>
              <a:t>]</a:t>
            </a:r>
          </a:p>
          <a:p>
            <a:r>
              <a:t>proof_object_type: diagram</a:t>
            </a:r>
          </a:p>
          <a:p>
            <a:r>
              <a:t>proof_object_required: True</a:t>
            </a:r>
          </a:p>
          <a:p>
            <a:r>
              <a:t>proof_object_screen_position: center_large</a:t>
            </a:r>
          </a:p>
          <a:p>
            <a:r>
              <a:t>manual_placeholder_hidden: False</a:t>
            </a:r>
          </a:p>
          <a:p/>
          <a:p>
            <a:r>
              <a:t>screen_body_lines:</a:t>
            </a:r>
          </a:p>
          <a:p>
            <a:r>
              <a:t>[]</a:t>
            </a:r>
          </a:p>
          <a:p>
            <a:r>
              <a:t>overflow_body_lines:</a:t>
            </a:r>
          </a:p>
          <a:p>
            <a:r>
              <a:t>[</a:t>
            </a:r>
          </a:p>
          <a:p>
            <a:r>
              <a:t>  "검색어를 바꿔보고, 여러 결과를 비교하고, 출처를 고르는 과정이 있었다",</a:t>
            </a:r>
          </a:p>
          <a:p>
            <a:r>
              <a:t>  "이 과정은 느리지만 정보 탐색의 다양성과 판단 훈련을 남긴다",</a:t>
            </a:r>
          </a:p>
          <a:p>
            <a:r>
              <a:t>  "Microsoft Research 자료는 generative AI가 정보 탐색 다양성에 어떤 영향을 줄 수 있는지 문제를 제기한다"</a:t>
            </a:r>
          </a:p>
          <a:p>
            <a:r>
              <a:t>]</a:t>
            </a:r>
          </a:p>
          <a:p/>
          <a:p>
            <a:r>
              <a:t>source_urls:</a:t>
            </a:r>
          </a:p>
          <a:p>
            <a:r>
              <a:t>- https://www.microsoft.com/en-us/research/publication/from-searchable-to-non-searchable-generative-ai-and-information-diversity-in-online-information-seeking/</a:t>
            </a:r>
          </a:p>
          <a:p/>
          <a:p>
            <a:r>
              <a:t>source_refs:</a:t>
            </a:r>
          </a:p>
          <a:p>
            <a:r>
              <a:t>[</a:t>
            </a:r>
          </a:p>
          <a:p>
            <a:r>
              <a:t>  {</a:t>
            </a:r>
          </a:p>
          <a:p>
            <a:r>
              <a:t>    "url": "https://www.microsoft.com/en-us/research/publication/from-searchable-to-non-searchable-generative-ai-and-information-diversity-in-online-information-seeking/",</a:t>
            </a:r>
          </a:p>
          <a:p>
            <a:r>
              <a:t>    "role": "source_context",</a:t>
            </a:r>
          </a:p>
          <a:p>
            <a:r>
              <a:t>    "use": "Source URL carried from Anny storyline.",</a:t>
            </a:r>
          </a:p>
          <a:p>
            <a:r>
              <a:t>    "confidence": "medium",</a:t>
            </a:r>
          </a:p>
          <a:p>
            <a:r>
              <a:t>    "manual_check_required": true</a:t>
            </a:r>
          </a:p>
          <a:p>
            <a:r>
              <a:t>  }</a:t>
            </a:r>
          </a:p>
          <a:p>
            <a:r>
              <a:t>]</a:t>
            </a:r>
          </a:p>
          <a:p>
            <a:r>
              <a:t>image_urls:</a:t>
            </a:r>
          </a:p>
          <a:p/>
          <a:p>
            <a:r>
              <a:t>flags:</a:t>
            </a:r>
          </a:p>
          <a:p>
            <a:r>
              <a:t>- needs_source: False</a:t>
            </a:r>
          </a:p>
          <a:p>
            <a:r>
              <a:t>- needs_fact_check: True</a:t>
            </a:r>
          </a:p>
          <a:p>
            <a:r>
              <a:t>- required_before_broadcast: False</a:t>
            </a:r>
          </a:p>
          <a:p>
            <a:r>
              <a:t>- copyright_risk: False</a:t>
            </a:r>
          </a:p>
          <a:p/>
          <a:p>
            <a:r>
              <a:t>visual_plan:</a:t>
            </a:r>
          </a:p>
          <a:p>
            <a:r>
              <a:t>{</a:t>
            </a:r>
          </a:p>
          <a:p>
            <a:r>
              <a:t>  "kind": "diagram",</a:t>
            </a:r>
          </a:p>
          <a:p>
            <a:r>
              <a:t>  "description": "Diagram nodes/edges provided for editable scaffold.",</a:t>
            </a:r>
          </a:p>
          <a:p>
            <a:r>
              <a:t>  "source_note": "https://www.microsoft.com/en-us/research/publication/from-searchable-to-non-searchable-generative-ai-and-information-diversity-in-online-information-seeking/",</a:t>
            </a:r>
          </a:p>
          <a:p>
            <a:r>
              <a:t>  "copyright_risk": false,</a:t>
            </a:r>
          </a:p>
          <a:p>
            <a:r>
              <a:t>  "manual_check_required": true,</a:t>
            </a:r>
          </a:p>
          <a:p>
            <a:r>
              <a:t>  "prompt_if_ai_image": null</a:t>
            </a:r>
          </a:p>
          <a:p>
            <a:r>
              <a:t>}</a:t>
            </a:r>
          </a:p>
          <a:p/>
          <a:p>
            <a:r>
              <a:t>proof_object:</a:t>
            </a:r>
          </a:p>
          <a:p>
            <a:r>
              <a:t>{</a:t>
            </a:r>
          </a:p>
          <a:p>
            <a:r>
              <a:t>  "type": "diagram",</a:t>
            </a:r>
          </a:p>
          <a:p>
            <a:r>
              <a:t>  "required": true,</a:t>
            </a:r>
          </a:p>
          <a:p>
            <a:r>
              <a:t>  "screen_position": "center_large",</a:t>
            </a:r>
          </a:p>
          <a:p>
            <a:r>
              <a:t>  "display_label": "[도식]",</a:t>
            </a:r>
          </a:p>
          <a:p>
            <a:r>
              <a:t>  "source_url": "https://www.microsoft.com/en-us/research/publication/from-searchable-to-non-searchable-generative-ai-and-information-diversity-in-online-information-seeking/",</a:t>
            </a:r>
          </a:p>
          <a:p>
            <a:r>
              <a:t>  "image_url": null,</a:t>
            </a:r>
          </a:p>
          <a:p>
            <a:r>
              <a:t>  "copyright_risk": false,</a:t>
            </a:r>
          </a:p>
          <a:p>
            <a:r>
              <a:t>  "manual_insert_required": true,</a:t>
            </a:r>
          </a:p>
          <a:p>
            <a:r>
              <a:t>  "source_name": "Microsoft Research",</a:t>
            </a:r>
          </a:p>
          <a:p>
            <a:r>
              <a:t>  "display_title": null,</a:t>
            </a:r>
          </a:p>
          <a:p>
            <a:r>
              <a:t>  "quote_text": null,</a:t>
            </a:r>
          </a:p>
          <a:p>
            <a:r>
              <a:t>  "quote_translation": null,</a:t>
            </a:r>
          </a:p>
          <a:p>
            <a:r>
              <a:t>  "chart_title": null,</a:t>
            </a:r>
          </a:p>
          <a:p>
            <a:r>
              <a:t>  "chart_source_label": null,</a:t>
            </a:r>
          </a:p>
          <a:p>
            <a:r>
              <a:t>  "data_hint": null,</a:t>
            </a:r>
          </a:p>
          <a:p>
            <a:r>
              <a:t>  "diagram_nodes": [</a:t>
            </a:r>
          </a:p>
          <a:p>
            <a:r>
              <a:t>    "기존 검색",</a:t>
            </a:r>
          </a:p>
          <a:p>
            <a:r>
              <a:t>    "AI 즉답",</a:t>
            </a:r>
          </a:p>
          <a:p>
            <a:r>
              <a:t>    "비교·검증",</a:t>
            </a:r>
          </a:p>
          <a:p>
            <a:r>
              <a:t>    "바로 답"</a:t>
            </a:r>
          </a:p>
          <a:p>
            <a:r>
              <a:t>  ],</a:t>
            </a:r>
          </a:p>
          <a:p>
            <a:r>
              <a:t>  "diagram_edges": [</a:t>
            </a:r>
          </a:p>
          <a:p>
            <a:r>
              <a:t>    {</a:t>
            </a:r>
          </a:p>
          <a:p>
            <a:r>
              <a:t>      "from": "기존 검색",</a:t>
            </a:r>
          </a:p>
          <a:p>
            <a:r>
              <a:t>      "to": "비교·검증",</a:t>
            </a:r>
          </a:p>
          <a:p>
            <a:r>
              <a:t>      "label": "여러 결과를 확인"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"from": "AI 즉답",</a:t>
            </a:r>
          </a:p>
          <a:p>
            <a:r>
              <a:t>      "to": "바로 답",</a:t>
            </a:r>
          </a:p>
          <a:p>
            <a:r>
              <a:t>      "label": "과정 압축"</a:t>
            </a:r>
          </a:p>
          <a:p>
            <a:r>
              <a:t>    }</a:t>
            </a:r>
          </a:p>
          <a:p>
            <a:r>
              <a:t>  ],</a:t>
            </a:r>
          </a:p>
          <a:p>
            <a:r>
              <a:t>  "placeholder_reason": "Diagram nodes/edges provided for editable scaffold."</a:t>
            </a:r>
          </a:p>
          <a:p>
            <a:r>
              <a:t>}</a:t>
            </a:r>
          </a:p>
          <a:p/>
          <a:p>
            <a:r>
              <a:t>edit_notes:</a:t>
            </a:r>
          </a:p>
          <a:p>
            <a:r>
              <a:t>- Manual fact-check required before broadcast.</a:t>
            </a:r>
          </a:p>
          <a:p/>
          <a:p>
            <a:r>
              <a:t>speaker_notes:</a:t>
            </a:r>
          </a:p>
          <a:p>
            <a:r>
              <a:t>[내용] Microsoft Research — information diversity in online information seeking. [주의] 과거 검색을 낭만화하지 말 것.</a:t>
            </a:r>
          </a:p>
          <a:p>
            <a:r>
              <a:t>[overflow_notes]</a:t>
            </a:r>
          </a:p>
          <a:p>
            <a:r>
              <a:t>검색어를 바꿔보고, 여러 결과를 비교하고, 출처를 고르는 과정이 있었다</a:t>
            </a:r>
          </a:p>
          <a:p>
            <a:r>
              <a:t>이 과정은 느리지만 정보 탐색의 다양성과 판단 훈련을 남긴다</a:t>
            </a:r>
          </a:p>
          <a:p>
            <a:r>
              <a:t>Microsoft Research 자료는 generative AI가 정보 탐색 다양성에 어떤 영향을 줄 수 있는지 문제를 제기한다</a:t>
            </a:r>
          </a:p>
          <a:p>
            <a:r>
              <a:t>[source_ref] source_context | Source URL carried from Anny storyline. | https://www.microsoft.com/en-us/research/publication/from-searchable-to-non-searchable-generative-ai-and-information-diversity-in-online-information-seeking/</a:t>
            </a:r>
          </a:p>
          <a:p>
            <a:r>
              <a:t>[check] needs_fact_check=true</a:t>
            </a:r>
          </a:p>
          <a:p>
            <a:r>
              <a:t>[overflow_notes]</a:t>
            </a:r>
          </a:p>
          <a:p>
            <a:r>
              <a:t>검색어를 바꿔보고, 여러 결과를 비교하고, 출처를 고르는 과정이 있었다</a:t>
            </a:r>
          </a:p>
          <a:p>
            <a:r>
              <a:t>이 과정은 느리지만 정보 탐색의 다양성과 판단 훈련을 남긴다</a:t>
            </a:r>
          </a:p>
          <a:p>
            <a:r>
              <a:t>Microsoft Research 자료는 generative AI가 정보 탐색 다양성에 어떤 영향을 줄 수 있는지 문제를 제기한다</a:t>
            </a:r>
          </a:p>
          <a:p>
            <a:r>
              <a:t>[source_refs]</a:t>
            </a:r>
          </a:p>
          <a:p>
            <a:r>
              <a:t>[</a:t>
            </a:r>
          </a:p>
          <a:p>
            <a:r>
              <a:t>  {</a:t>
            </a:r>
          </a:p>
          <a:p>
            <a:r>
              <a:t>    "url": "https://www.microsoft.com/en-us/research/publication/from-searchable-to-non-searchable-generative-ai-and-information-diversity-in-online-information-seeking/",</a:t>
            </a:r>
          </a:p>
          <a:p>
            <a:r>
              <a:t>    "role": "source_context",</a:t>
            </a:r>
          </a:p>
          <a:p>
            <a:r>
              <a:t>    "use": "Source URL carried from Anny storyline.",</a:t>
            </a:r>
          </a:p>
          <a:p>
            <a:r>
              <a:t>    "confidence": "medium",</a:t>
            </a:r>
          </a:p>
          <a:p>
            <a:r>
              <a:t>    "manual_check_required": true</a:t>
            </a:r>
          </a:p>
          <a:p>
            <a:r>
              <a:t>  }</a:t>
            </a:r>
          </a:p>
          <a:p>
            <a:r>
              <a:t>]</a:t>
            </a:r>
          </a:p>
          <a:p>
            <a:r>
              <a:t>[proof_object]</a:t>
            </a:r>
          </a:p>
          <a:p>
            <a:r>
              <a:t>{</a:t>
            </a:r>
          </a:p>
          <a:p>
            <a:r>
              <a:t>  "type": "diagram",</a:t>
            </a:r>
          </a:p>
          <a:p>
            <a:r>
              <a:t>  "screen_position": "center_large",</a:t>
            </a:r>
          </a:p>
          <a:p>
            <a:r>
              <a:t>  "source_name": "Microsoft Research",</a:t>
            </a:r>
          </a:p>
          <a:p>
            <a:r>
              <a:t>  "display_title": null,</a:t>
            </a:r>
          </a:p>
          <a:p>
            <a:r>
              <a:t>  "quote_text": null,</a:t>
            </a:r>
          </a:p>
          <a:p>
            <a:r>
              <a:t>  "quote_translation": null,</a:t>
            </a:r>
          </a:p>
          <a:p>
            <a:r>
              <a:t>  "source_url": "https://www.microsoft.com/en-us/research/publication/from-searchable-to-non-searchable-generative-ai-and-information-diversity-in-online-information-seeking/",</a:t>
            </a:r>
          </a:p>
          <a:p>
            <a:r>
              <a:t>  "image_url": null,</a:t>
            </a:r>
          </a:p>
          <a:p>
            <a:r>
              <a:t>  "chart_title": null,</a:t>
            </a:r>
          </a:p>
          <a:p>
            <a:r>
              <a:t>  "chart_source_label": null,</a:t>
            </a:r>
          </a:p>
          <a:p>
            <a:r>
              <a:t>  "data_hint": null,</a:t>
            </a:r>
          </a:p>
          <a:p>
            <a:r>
              <a:t>  "diagram_nodes": [</a:t>
            </a:r>
          </a:p>
          <a:p>
            <a:r>
              <a:t>    "기존 검색",</a:t>
            </a:r>
          </a:p>
          <a:p>
            <a:r>
              <a:t>    "AI 즉답",</a:t>
            </a:r>
          </a:p>
          <a:p>
            <a:r>
              <a:t>    "비교·검증",</a:t>
            </a:r>
          </a:p>
          <a:p>
            <a:r>
              <a:t>    "바로 답"</a:t>
            </a:r>
          </a:p>
          <a:p>
            <a:r>
              <a:t>  ],</a:t>
            </a:r>
          </a:p>
          <a:p>
            <a:r>
              <a:t>  "diagram_edges": [</a:t>
            </a:r>
          </a:p>
          <a:p>
            <a:r>
              <a:t>    {</a:t>
            </a:r>
          </a:p>
          <a:p>
            <a:r>
              <a:t>      "from": "기존 검색",</a:t>
            </a:r>
          </a:p>
          <a:p>
            <a:r>
              <a:t>      "to": "비교·검증",</a:t>
            </a:r>
          </a:p>
          <a:p>
            <a:r>
              <a:t>      "label": "여러 결과를 확인"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"from": "AI 즉답",</a:t>
            </a:r>
          </a:p>
          <a:p>
            <a:r>
              <a:t>      "to": "바로 답",</a:t>
            </a:r>
          </a:p>
          <a:p>
            <a:r>
              <a:t>      "label": "과정 압축"</a:t>
            </a:r>
          </a:p>
          <a:p>
            <a:r>
              <a:t>    }</a:t>
            </a:r>
          </a:p>
          <a:p>
            <a:r>
              <a:t>  ],</a:t>
            </a:r>
          </a:p>
          <a:p>
            <a:r>
              <a:t>  "placeholder_reason": "Diagram nodes/edges provided for editable scaffold.",</a:t>
            </a:r>
          </a:p>
          <a:p>
            <a:r>
              <a:t>  "manual_insert_required": true,</a:t>
            </a:r>
          </a:p>
          <a:p>
            <a:r>
              <a:t>  "copyright_risk": false</a:t>
            </a:r>
          </a:p>
          <a:p>
            <a:r>
              <a:t>}</a:t>
            </a:r>
          </a:p>
          <a:p>
            <a:r>
              <a:t>[editor_instruction]</a:t>
            </a:r>
          </a:p>
          <a:p>
            <a:r>
              <a:t>Manual fact-check required before broadcast.</a:t>
            </a:r>
          </a:p>
          <a:p>
            <a:r>
              <a:t>[risk_flags]</a:t>
            </a:r>
          </a:p>
          <a:p>
            <a:r>
              <a:t>[</a:t>
            </a:r>
          </a:p>
          <a:p>
            <a:r>
              <a:t>  "single_source_dependency"</a:t>
            </a:r>
          </a:p>
          <a:p>
            <a:r>
              <a:t>]</a:t>
            </a:r>
          </a:p>
          <a:p/>
          <a:p>
            <a:r>
              <a:t>risk_flags:</a:t>
            </a:r>
          </a:p>
          <a:p>
            <a:r>
              <a:t>[</a:t>
            </a:r>
          </a:p>
          <a:p>
            <a:r>
              <a:t>  "single_source_dependency"</a:t>
            </a:r>
          </a:p>
          <a:p>
            <a:r>
              <a:t>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slide_no: 9</a:t>
            </a:r>
          </a:p>
          <a:p>
            <a:r>
              <a:t>layout_type: comparison</a:t>
            </a:r>
          </a:p>
          <a:p>
            <a:r>
              <a:t>style_profile_loaded: True</a:t>
            </a:r>
          </a:p>
          <a:p>
            <a:r>
              <a:t>style_profile_path: data/style_profiles/syukaworld_ppt_style_profile.json</a:t>
            </a:r>
          </a:p>
          <a:p>
            <a:r>
              <a:t>applied_font_family: 맑은 고딕</a:t>
            </a:r>
          </a:p>
          <a:p>
            <a:r>
              <a:t>applied_fallback_font: Malgun Gothic</a:t>
            </a:r>
          </a:p>
          <a:p>
            <a:r>
              <a:t>source_slide_refs: [</a:t>
            </a:r>
          </a:p>
          <a:p>
            <a:r>
              <a:t>  9</a:t>
            </a:r>
          </a:p>
          <a:p>
            <a:r>
              <a:t>]</a:t>
            </a:r>
          </a:p>
          <a:p>
            <a:r>
              <a:t>proof_object_type: diagram</a:t>
            </a:r>
          </a:p>
          <a:p>
            <a:r>
              <a:t>proof_object_required: True</a:t>
            </a:r>
          </a:p>
          <a:p>
            <a:r>
              <a:t>proof_object_screen_position: center_large</a:t>
            </a:r>
          </a:p>
          <a:p>
            <a:r>
              <a:t>manual_placeholder_hidden: False</a:t>
            </a:r>
          </a:p>
          <a:p/>
          <a:p>
            <a:r>
              <a:t>screen_body_lines:</a:t>
            </a:r>
          </a:p>
          <a:p>
            <a:r>
              <a:t>[]</a:t>
            </a:r>
          </a:p>
          <a:p>
            <a:r>
              <a:t>overflow_body_lines:</a:t>
            </a:r>
          </a:p>
          <a:p>
            <a:r>
              <a:t>[</a:t>
            </a:r>
          </a:p>
          <a:p>
            <a:r>
              <a:t>  "좋은 점: 빠르고, 친절하고, 맥락을 이어준다",</a:t>
            </a:r>
          </a:p>
          <a:p>
            <a:r>
              <a:t>  "걱정되는 점: 비교·검증·실패의 경험이 줄어들 가능성이 있다",</a:t>
            </a:r>
          </a:p>
          <a:p>
            <a:r>
              <a:t>  "중요: 이것이 곧 학습 저하라는 단정은 아니며, 설계와 교육 원칙에 따라 달라질 수 있다"</a:t>
            </a:r>
          </a:p>
          <a:p>
            <a:r>
              <a:t>]</a:t>
            </a:r>
          </a:p>
          <a:p/>
          <a:p>
            <a:r>
              <a:t>source_urls:</a:t>
            </a:r>
          </a:p>
          <a:p>
            <a:r>
              <a:t>- https://www.microsoft.com/en-us/research/publication/from-searchable-to-non-searchable-generative-ai-and-information-diversity-in-online-information-seeking/</a:t>
            </a:r>
          </a:p>
          <a:p>
            <a:r>
              <a:t>- https://www.oecd.org/en/publications/oecd-digital-education-outlook-2026_062a7394-en.html</a:t>
            </a:r>
          </a:p>
          <a:p/>
          <a:p>
            <a:r>
              <a:t>source_refs:</a:t>
            </a:r>
          </a:p>
          <a:p>
            <a:r>
              <a:t>[</a:t>
            </a:r>
          </a:p>
          <a:p>
            <a:r>
              <a:t>  {</a:t>
            </a:r>
          </a:p>
          <a:p>
            <a:r>
              <a:t>    "url": "https://www.microsoft.com/en-us/research/publication/from-searchable-to-non-searchable-generative-ai-and-information-diversity-in-online-information-seeking/",</a:t>
            </a:r>
          </a:p>
          <a:p>
            <a:r>
              <a:t>    "role": "source_context",</a:t>
            </a:r>
          </a:p>
          <a:p>
            <a:r>
              <a:t>    "use": "Source URL carried from Anny storyline.",</a:t>
            </a:r>
          </a:p>
          <a:p>
            <a:r>
              <a:t>    "confidence": "medium",</a:t>
            </a:r>
          </a:p>
          <a:p>
            <a:r>
              <a:t>    "manual_check_required": true</a:t>
            </a:r>
          </a:p>
          <a:p>
            <a:r>
              <a:t>  },</a:t>
            </a:r>
          </a:p>
          <a:p>
            <a:r>
              <a:t>  {</a:t>
            </a:r>
          </a:p>
          <a:p>
            <a:r>
              <a:t>    "url": "https://www.oecd.org/en/publications/oecd-digital-education-outlook-2026_062a7394-en.html",</a:t>
            </a:r>
          </a:p>
          <a:p>
            <a:r>
              <a:t>    "role": "source_context",</a:t>
            </a:r>
          </a:p>
          <a:p>
            <a:r>
              <a:t>    "use": "Source URL carried from Anny storyline.",</a:t>
            </a:r>
          </a:p>
          <a:p>
            <a:r>
              <a:t>    "confidence": "medium",</a:t>
            </a:r>
          </a:p>
          <a:p>
            <a:r>
              <a:t>    "manual_check_required": true</a:t>
            </a:r>
          </a:p>
          <a:p>
            <a:r>
              <a:t>  }</a:t>
            </a:r>
          </a:p>
          <a:p>
            <a:r>
              <a:t>]</a:t>
            </a:r>
          </a:p>
          <a:p>
            <a:r>
              <a:t>image_urls:</a:t>
            </a:r>
          </a:p>
          <a:p/>
          <a:p>
            <a:r>
              <a:t>flags:</a:t>
            </a:r>
          </a:p>
          <a:p>
            <a:r>
              <a:t>- needs_source: False</a:t>
            </a:r>
          </a:p>
          <a:p>
            <a:r>
              <a:t>- needs_fact_check: True</a:t>
            </a:r>
          </a:p>
          <a:p>
            <a:r>
              <a:t>- required_before_broadcast: False</a:t>
            </a:r>
          </a:p>
          <a:p>
            <a:r>
              <a:t>- copyright_risk: False</a:t>
            </a:r>
          </a:p>
          <a:p/>
          <a:p>
            <a:r>
              <a:t>visual_plan:</a:t>
            </a:r>
          </a:p>
          <a:p>
            <a:r>
              <a:t>{</a:t>
            </a:r>
          </a:p>
          <a:p>
            <a:r>
              <a:t>  "kind": "diagram",</a:t>
            </a:r>
          </a:p>
          <a:p>
            <a:r>
              <a:t>  "description": "Diagram nodes/edges provided for editable scaffold.",</a:t>
            </a:r>
          </a:p>
          <a:p>
            <a:r>
              <a:t>  "source_note": "https://www.microsoft.com/en-us/research/publication/from-searchable-to-non-searchable-generative-ai-and-information-diversity-in-online-information-seeking/",</a:t>
            </a:r>
          </a:p>
          <a:p>
            <a:r>
              <a:t>  "copyright_risk": false,</a:t>
            </a:r>
          </a:p>
          <a:p>
            <a:r>
              <a:t>  "manual_check_required": true,</a:t>
            </a:r>
          </a:p>
          <a:p>
            <a:r>
              <a:t>  "prompt_if_ai_image": null</a:t>
            </a:r>
          </a:p>
          <a:p>
            <a:r>
              <a:t>}</a:t>
            </a:r>
          </a:p>
          <a:p/>
          <a:p>
            <a:r>
              <a:t>proof_object:</a:t>
            </a:r>
          </a:p>
          <a:p>
            <a:r>
              <a:t>{</a:t>
            </a:r>
          </a:p>
          <a:p>
            <a:r>
              <a:t>  "type": "diagram",</a:t>
            </a:r>
          </a:p>
          <a:p>
            <a:r>
              <a:t>  "required": true,</a:t>
            </a:r>
          </a:p>
          <a:p>
            <a:r>
              <a:t>  "screen_position": "center_large",</a:t>
            </a:r>
          </a:p>
          <a:p>
            <a:r>
              <a:t>  "display_label": "[도식]",</a:t>
            </a:r>
          </a:p>
          <a:p>
            <a:r>
              <a:t>  "source_url": "https://www.microsoft.com/en-us/research/publication/from-searchable-to-non-searchable-generative-ai-and-information-diversity-in-online-information-seeking/",</a:t>
            </a:r>
          </a:p>
          <a:p>
            <a:r>
              <a:t>  "image_url": null,</a:t>
            </a:r>
          </a:p>
          <a:p>
            <a:r>
              <a:t>  "copyright_risk": false,</a:t>
            </a:r>
          </a:p>
          <a:p>
            <a:r>
              <a:t>  "manual_insert_required": true,</a:t>
            </a:r>
          </a:p>
          <a:p>
            <a:r>
              <a:t>  "source_name": "Microsoft Research",</a:t>
            </a:r>
          </a:p>
          <a:p>
            <a:r>
              <a:t>  "display_title": null,</a:t>
            </a:r>
          </a:p>
          <a:p>
            <a:r>
              <a:t>  "quote_text": null,</a:t>
            </a:r>
          </a:p>
          <a:p>
            <a:r>
              <a:t>  "quote_translation": null,</a:t>
            </a:r>
          </a:p>
          <a:p>
            <a:r>
              <a:t>  "chart_title": null,</a:t>
            </a:r>
          </a:p>
          <a:p>
            <a:r>
              <a:t>  "chart_source_label": null,</a:t>
            </a:r>
          </a:p>
          <a:p>
            <a:r>
              <a:t>  "data_hint": null,</a:t>
            </a:r>
          </a:p>
          <a:p>
            <a:r>
              <a:t>  "diagram_nodes": [</a:t>
            </a:r>
          </a:p>
          <a:p>
            <a:r>
              <a:t>    "기존 검색",</a:t>
            </a:r>
          </a:p>
          <a:p>
            <a:r>
              <a:t>    "AI 즉답",</a:t>
            </a:r>
          </a:p>
          <a:p>
            <a:r>
              <a:t>    "비교·검증",</a:t>
            </a:r>
          </a:p>
          <a:p>
            <a:r>
              <a:t>    "바로 답"</a:t>
            </a:r>
          </a:p>
          <a:p>
            <a:r>
              <a:t>  ],</a:t>
            </a:r>
          </a:p>
          <a:p>
            <a:r>
              <a:t>  "diagram_edges": [</a:t>
            </a:r>
          </a:p>
          <a:p>
            <a:r>
              <a:t>    {</a:t>
            </a:r>
          </a:p>
          <a:p>
            <a:r>
              <a:t>      "from": "기존 검색",</a:t>
            </a:r>
          </a:p>
          <a:p>
            <a:r>
              <a:t>      "to": "비교·검증",</a:t>
            </a:r>
          </a:p>
          <a:p>
            <a:r>
              <a:t>      "label": "여러 결과를 확인"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"from": "AI 즉답",</a:t>
            </a:r>
          </a:p>
          <a:p>
            <a:r>
              <a:t>      "to": "바로 답",</a:t>
            </a:r>
          </a:p>
          <a:p>
            <a:r>
              <a:t>      "label": "과정 압축"</a:t>
            </a:r>
          </a:p>
          <a:p>
            <a:r>
              <a:t>    }</a:t>
            </a:r>
          </a:p>
          <a:p>
            <a:r>
              <a:t>  ],</a:t>
            </a:r>
          </a:p>
          <a:p>
            <a:r>
              <a:t>  "placeholder_reason": "Diagram nodes/edges provided for editable scaffold."</a:t>
            </a:r>
          </a:p>
          <a:p>
            <a:r>
              <a:t>}</a:t>
            </a:r>
          </a:p>
          <a:p/>
          <a:p>
            <a:r>
              <a:t>edit_notes:</a:t>
            </a:r>
          </a:p>
          <a:p>
            <a:r>
              <a:t>- Manual fact-check required before broadcast.</a:t>
            </a:r>
          </a:p>
          <a:p/>
          <a:p>
            <a:r>
              <a:t>speaker_notes:</a:t>
            </a:r>
          </a:p>
          <a:p>
            <a:r>
              <a:t>[내용] Microsoft Research, OECD Digital Education Outlook. [주의] 교육 효과/인지 저하 단정 금지.</a:t>
            </a:r>
          </a:p>
          <a:p>
            <a:r>
              <a:t>[overflow_notes]</a:t>
            </a:r>
          </a:p>
          <a:p>
            <a:r>
              <a:t>좋은 점: 빠르고, 친절하고, 맥락을 이어준다</a:t>
            </a:r>
          </a:p>
          <a:p>
            <a:r>
              <a:t>걱정되는 점: 비교·검증·실패의 경험이 줄어들 가능성이 있다</a:t>
            </a:r>
          </a:p>
          <a:p>
            <a:r>
              <a:t>중요: 이것이 곧 학습 저하라는 단정은 아니며, 설계와 교육 원칙에 따라 달라질 수 있다</a:t>
            </a:r>
          </a:p>
          <a:p>
            <a:r>
              <a:t>[source_ref] source_context | Source URL carried from Anny storyline. | https://www.microsoft.com/en-us/research/publication/from-searchable-to-non-searchable-generative-ai-and-information-diversity-in-online-information-seeking/</a:t>
            </a:r>
          </a:p>
          <a:p>
            <a:r>
              <a:t>[source_ref] source_context | Source URL carried from Anny storyline. | https://www.oecd.org/en/publications/oecd-digital-education-outlook-2026_062a7394-en.html</a:t>
            </a:r>
          </a:p>
          <a:p>
            <a:r>
              <a:t>[check] needs_fact_check=true</a:t>
            </a:r>
          </a:p>
          <a:p>
            <a:r>
              <a:t>[overflow_notes]</a:t>
            </a:r>
          </a:p>
          <a:p>
            <a:r>
              <a:t>좋은 점: 빠르고, 친절하고, 맥락을 이어준다</a:t>
            </a:r>
          </a:p>
          <a:p>
            <a:r>
              <a:t>걱정되는 점: 비교·검증·실패의 경험이 줄어들 가능성이 있다</a:t>
            </a:r>
          </a:p>
          <a:p>
            <a:r>
              <a:t>중요: 이것이 곧 학습 저하라는 단정은 아니며, 설계와 교육 원칙에 따라 달라질 수 있다</a:t>
            </a:r>
          </a:p>
          <a:p>
            <a:r>
              <a:t>[source_refs]</a:t>
            </a:r>
          </a:p>
          <a:p>
            <a:r>
              <a:t>[</a:t>
            </a:r>
          </a:p>
          <a:p>
            <a:r>
              <a:t>  {</a:t>
            </a:r>
          </a:p>
          <a:p>
            <a:r>
              <a:t>    "url": "https://www.microsoft.com/en-us/research/publication/from-searchable-to-non-searchable-generative-ai-and-information-diversity-in-online-information-seeking/",</a:t>
            </a:r>
          </a:p>
          <a:p>
            <a:r>
              <a:t>    "role": "source_context",</a:t>
            </a:r>
          </a:p>
          <a:p>
            <a:r>
              <a:t>    "use": "Source URL carried from Anny storyline.",</a:t>
            </a:r>
          </a:p>
          <a:p>
            <a:r>
              <a:t>    "confidence": "medium",</a:t>
            </a:r>
          </a:p>
          <a:p>
            <a:r>
              <a:t>    "manual_check_required": true</a:t>
            </a:r>
          </a:p>
          <a:p>
            <a:r>
              <a:t>  },</a:t>
            </a:r>
          </a:p>
          <a:p>
            <a:r>
              <a:t>  {</a:t>
            </a:r>
          </a:p>
          <a:p>
            <a:r>
              <a:t>    "url": "https://www.oecd.org/en/publications/oecd-digital-education-outlook-2026_062a7394-en.html",</a:t>
            </a:r>
          </a:p>
          <a:p>
            <a:r>
              <a:t>    "role": "source_context",</a:t>
            </a:r>
          </a:p>
          <a:p>
            <a:r>
              <a:t>    "use": "Source URL carried from Anny storyline.",</a:t>
            </a:r>
          </a:p>
          <a:p>
            <a:r>
              <a:t>    "confidence": "medium",</a:t>
            </a:r>
          </a:p>
          <a:p>
            <a:r>
              <a:t>    "manual_check_required": true</a:t>
            </a:r>
          </a:p>
          <a:p>
            <a:r>
              <a:t>  }</a:t>
            </a:r>
          </a:p>
          <a:p>
            <a:r>
              <a:t>]</a:t>
            </a:r>
          </a:p>
          <a:p>
            <a:r>
              <a:t>[proof_object]</a:t>
            </a:r>
          </a:p>
          <a:p>
            <a:r>
              <a:t>{</a:t>
            </a:r>
          </a:p>
          <a:p>
            <a:r>
              <a:t>  "type": "diagram",</a:t>
            </a:r>
          </a:p>
          <a:p>
            <a:r>
              <a:t>  "screen_position": "center_large",</a:t>
            </a:r>
          </a:p>
          <a:p>
            <a:r>
              <a:t>  "source_name": "Microsoft Research",</a:t>
            </a:r>
          </a:p>
          <a:p>
            <a:r>
              <a:t>  "display_title": null,</a:t>
            </a:r>
          </a:p>
          <a:p>
            <a:r>
              <a:t>  "quote_text": null,</a:t>
            </a:r>
          </a:p>
          <a:p>
            <a:r>
              <a:t>  "quote_translation": null,</a:t>
            </a:r>
          </a:p>
          <a:p>
            <a:r>
              <a:t>  "source_url": "https://www.microsoft.com/en-us/research/publication/from-searchable-to-non-searchable-generative-ai-and-information-diversity-in-online-information-seeking/",</a:t>
            </a:r>
          </a:p>
          <a:p>
            <a:r>
              <a:t>  "image_url": null,</a:t>
            </a:r>
          </a:p>
          <a:p>
            <a:r>
              <a:t>  "chart_title": null,</a:t>
            </a:r>
          </a:p>
          <a:p>
            <a:r>
              <a:t>  "chart_source_label": null,</a:t>
            </a:r>
          </a:p>
          <a:p>
            <a:r>
              <a:t>  "data_hint": null,</a:t>
            </a:r>
          </a:p>
          <a:p>
            <a:r>
              <a:t>  "diagram_nodes": [</a:t>
            </a:r>
          </a:p>
          <a:p>
            <a:r>
              <a:t>    "기존 검색",</a:t>
            </a:r>
          </a:p>
          <a:p>
            <a:r>
              <a:t>    "AI 즉답",</a:t>
            </a:r>
          </a:p>
          <a:p>
            <a:r>
              <a:t>    "비교·검증",</a:t>
            </a:r>
          </a:p>
          <a:p>
            <a:r>
              <a:t>    "바로 답"</a:t>
            </a:r>
          </a:p>
          <a:p>
            <a:r>
              <a:t>  ],</a:t>
            </a:r>
          </a:p>
          <a:p>
            <a:r>
              <a:t>  "diagram_edges": [</a:t>
            </a:r>
          </a:p>
          <a:p>
            <a:r>
              <a:t>    {</a:t>
            </a:r>
          </a:p>
          <a:p>
            <a:r>
              <a:t>      "from": "기존 검색",</a:t>
            </a:r>
          </a:p>
          <a:p>
            <a:r>
              <a:t>      "to": "비교·검증",</a:t>
            </a:r>
          </a:p>
          <a:p>
            <a:r>
              <a:t>      "label": "여러 결과를 확인"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"from": "AI 즉답",</a:t>
            </a:r>
          </a:p>
          <a:p>
            <a:r>
              <a:t>      "to": "바로 답",</a:t>
            </a:r>
          </a:p>
          <a:p>
            <a:r>
              <a:t>      "label": "과정 압축"</a:t>
            </a:r>
          </a:p>
          <a:p>
            <a:r>
              <a:t>    }</a:t>
            </a:r>
          </a:p>
          <a:p>
            <a:r>
              <a:t>  ],</a:t>
            </a:r>
          </a:p>
          <a:p>
            <a:r>
              <a:t>  "placeholder_reason": "Diagram nodes/edges provided for editable scaffold.",</a:t>
            </a:r>
          </a:p>
          <a:p>
            <a:r>
              <a:t>  "manual_insert_required": true,</a:t>
            </a:r>
          </a:p>
          <a:p>
            <a:r>
              <a:t>  "copyright_risk": false</a:t>
            </a:r>
          </a:p>
          <a:p>
            <a:r>
              <a:t>}</a:t>
            </a:r>
          </a:p>
          <a:p>
            <a:r>
              <a:t>[editor_instruction]</a:t>
            </a:r>
          </a:p>
          <a:p>
            <a:r>
              <a:t>Manual fact-check required before broadcast.</a:t>
            </a:r>
          </a:p>
          <a:p>
            <a:r>
              <a:t>[risk_flags]</a:t>
            </a:r>
          </a:p>
          <a:p>
            <a:r>
              <a:t>[</a:t>
            </a:r>
          </a:p>
          <a:p>
            <a:r>
              <a:t>  "single_source_dependency"</a:t>
            </a:r>
          </a:p>
          <a:p>
            <a:r>
              <a:t>]</a:t>
            </a:r>
          </a:p>
          <a:p/>
          <a:p>
            <a:r>
              <a:t>risk_flags:</a:t>
            </a:r>
          </a:p>
          <a:p>
            <a:r>
              <a:t>[</a:t>
            </a:r>
          </a:p>
          <a:p>
            <a:r>
              <a:t>  "single_source_dependency"</a:t>
            </a:r>
          </a:p>
          <a:p>
            <a:r>
              <a:t>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slide_no: 10</a:t>
            </a:r>
          </a:p>
          <a:p>
            <a:r>
              <a:t>layout_type: comparison</a:t>
            </a:r>
          </a:p>
          <a:p>
            <a:r>
              <a:t>style_profile_loaded: True</a:t>
            </a:r>
          </a:p>
          <a:p>
            <a:r>
              <a:t>style_profile_path: data/style_profiles/syukaworld_ppt_style_profile.json</a:t>
            </a:r>
          </a:p>
          <a:p>
            <a:r>
              <a:t>applied_font_family: 맑은 고딕</a:t>
            </a:r>
          </a:p>
          <a:p>
            <a:r>
              <a:t>applied_fallback_font: Malgun Gothic</a:t>
            </a:r>
          </a:p>
          <a:p>
            <a:r>
              <a:t>source_slide_refs: [</a:t>
            </a:r>
          </a:p>
          <a:p>
            <a:r>
              <a:t>  10</a:t>
            </a:r>
          </a:p>
          <a:p>
            <a:r>
              <a:t>]</a:t>
            </a:r>
          </a:p>
          <a:p>
            <a:r>
              <a:t>proof_object_type: diagram</a:t>
            </a:r>
          </a:p>
          <a:p>
            <a:r>
              <a:t>proof_object_required: True</a:t>
            </a:r>
          </a:p>
          <a:p>
            <a:r>
              <a:t>proof_object_screen_position: center_large</a:t>
            </a:r>
          </a:p>
          <a:p>
            <a:r>
              <a:t>manual_placeholder_hidden: False</a:t>
            </a:r>
          </a:p>
          <a:p/>
          <a:p>
            <a:r>
              <a:t>screen_body_lines:</a:t>
            </a:r>
          </a:p>
          <a:p>
            <a:r>
              <a:t>[]</a:t>
            </a:r>
          </a:p>
          <a:p>
            <a:r>
              <a:t>overflow_body_lines:</a:t>
            </a:r>
          </a:p>
          <a:p>
            <a:r>
              <a:t>[</a:t>
            </a:r>
          </a:p>
          <a:p>
            <a:r>
              <a:t>  "틀린 가설을 세워보고, 다른 자료와 부딪히고, 왜 틀렸는지 고치는 시간이 사고를 만든다",</a:t>
            </a:r>
          </a:p>
          <a:p>
            <a:r>
              <a:t>  "AI 역량 교육은 답을 받는 법보다 질문하고 평가하고 책임 있게 쓰는 법으로 확장될 필요가 있다",</a:t>
            </a:r>
          </a:p>
          <a:p>
            <a:r>
              <a:t>  "이 주장은 연구·프레임워크에 기대되, 인지 효과를 확정적으로 말하지 않는다"</a:t>
            </a:r>
          </a:p>
          <a:p>
            <a:r>
              <a:t>]</a:t>
            </a:r>
          </a:p>
          <a:p/>
          <a:p>
            <a:r>
              <a:t>source_urls:</a:t>
            </a:r>
          </a:p>
          <a:p>
            <a:r>
              <a:t>- https://www.microsoft.com/en-us/research/publication/from-searchable-to-non-searchable-generative-ai-and-information-diversity-in-online-information-seeking/</a:t>
            </a:r>
          </a:p>
          <a:p>
            <a:r>
              <a:t>- https://www.unesco.org/en/articles/ai-competency-framework-students</a:t>
            </a:r>
          </a:p>
          <a:p/>
          <a:p>
            <a:r>
              <a:t>source_refs:</a:t>
            </a:r>
          </a:p>
          <a:p>
            <a:r>
              <a:t>[</a:t>
            </a:r>
          </a:p>
          <a:p>
            <a:r>
              <a:t>  {</a:t>
            </a:r>
          </a:p>
          <a:p>
            <a:r>
              <a:t>    "url": "https://www.microsoft.com/en-us/research/publication/from-searchable-to-non-searchable-generative-ai-and-information-diversity-in-online-information-seeking/",</a:t>
            </a:r>
          </a:p>
          <a:p>
            <a:r>
              <a:t>    "role": "source_context",</a:t>
            </a:r>
          </a:p>
          <a:p>
            <a:r>
              <a:t>    "use": "Source URL carried from Anny storyline.",</a:t>
            </a:r>
          </a:p>
          <a:p>
            <a:r>
              <a:t>    "confidence": "medium",</a:t>
            </a:r>
          </a:p>
          <a:p>
            <a:r>
              <a:t>    "manual_check_required": true</a:t>
            </a:r>
          </a:p>
          <a:p>
            <a:r>
              <a:t>  },</a:t>
            </a:r>
          </a:p>
          <a:p>
            <a:r>
              <a:t>  {</a:t>
            </a:r>
          </a:p>
          <a:p>
            <a:r>
              <a:t>    "url": "https://www.unesco.org/en/articles/ai-competency-framework-students",</a:t>
            </a:r>
          </a:p>
          <a:p>
            <a:r>
              <a:t>    "role": "source_context",</a:t>
            </a:r>
          </a:p>
          <a:p>
            <a:r>
              <a:t>    "use": "Source URL carried from Anny storyline.",</a:t>
            </a:r>
          </a:p>
          <a:p>
            <a:r>
              <a:t>    "confidence": "medium",</a:t>
            </a:r>
          </a:p>
          <a:p>
            <a:r>
              <a:t>    "manual_check_required": true</a:t>
            </a:r>
          </a:p>
          <a:p>
            <a:r>
              <a:t>  }</a:t>
            </a:r>
          </a:p>
          <a:p>
            <a:r>
              <a:t>]</a:t>
            </a:r>
          </a:p>
          <a:p>
            <a:r>
              <a:t>image_urls:</a:t>
            </a:r>
          </a:p>
          <a:p/>
          <a:p>
            <a:r>
              <a:t>flags:</a:t>
            </a:r>
          </a:p>
          <a:p>
            <a:r>
              <a:t>- needs_source: False</a:t>
            </a:r>
          </a:p>
          <a:p>
            <a:r>
              <a:t>- needs_fact_check: True</a:t>
            </a:r>
          </a:p>
          <a:p>
            <a:r>
              <a:t>- required_before_broadcast: False</a:t>
            </a:r>
          </a:p>
          <a:p>
            <a:r>
              <a:t>- copyright_risk: False</a:t>
            </a:r>
          </a:p>
          <a:p/>
          <a:p>
            <a:r>
              <a:t>visual_plan:</a:t>
            </a:r>
          </a:p>
          <a:p>
            <a:r>
              <a:t>{</a:t>
            </a:r>
          </a:p>
          <a:p>
            <a:r>
              <a:t>  "kind": "diagram",</a:t>
            </a:r>
          </a:p>
          <a:p>
            <a:r>
              <a:t>  "description": "Diagram nodes/edges provided for editable scaffold.",</a:t>
            </a:r>
          </a:p>
          <a:p>
            <a:r>
              <a:t>  "source_note": "https://www.microsoft.com/en-us/research/publication/from-searchable-to-non-searchable-generative-ai-and-information-diversity-in-online-information-seeking/",</a:t>
            </a:r>
          </a:p>
          <a:p>
            <a:r>
              <a:t>  "copyright_risk": false,</a:t>
            </a:r>
          </a:p>
          <a:p>
            <a:r>
              <a:t>  "manual_check_required": true,</a:t>
            </a:r>
          </a:p>
          <a:p>
            <a:r>
              <a:t>  "prompt_if_ai_image": null</a:t>
            </a:r>
          </a:p>
          <a:p>
            <a:r>
              <a:t>}</a:t>
            </a:r>
          </a:p>
          <a:p/>
          <a:p>
            <a:r>
              <a:t>proof_object:</a:t>
            </a:r>
          </a:p>
          <a:p>
            <a:r>
              <a:t>{</a:t>
            </a:r>
          </a:p>
          <a:p>
            <a:r>
              <a:t>  "type": "diagram",</a:t>
            </a:r>
          </a:p>
          <a:p>
            <a:r>
              <a:t>  "required": true,</a:t>
            </a:r>
          </a:p>
          <a:p>
            <a:r>
              <a:t>  "screen_position": "center_large",</a:t>
            </a:r>
          </a:p>
          <a:p>
            <a:r>
              <a:t>  "display_label": "[도식]",</a:t>
            </a:r>
          </a:p>
          <a:p>
            <a:r>
              <a:t>  "source_url": "https://www.microsoft.com/en-us/research/publication/from-searchable-to-non-searchable-generative-ai-and-information-diversity-in-online-information-seeking/",</a:t>
            </a:r>
          </a:p>
          <a:p>
            <a:r>
              <a:t>  "image_url": null,</a:t>
            </a:r>
          </a:p>
          <a:p>
            <a:r>
              <a:t>  "copyright_risk": false,</a:t>
            </a:r>
          </a:p>
          <a:p>
            <a:r>
              <a:t>  "manual_insert_required": true,</a:t>
            </a:r>
          </a:p>
          <a:p>
            <a:r>
              <a:t>  "source_name": "Microsoft Research",</a:t>
            </a:r>
          </a:p>
          <a:p>
            <a:r>
              <a:t>  "display_title": null,</a:t>
            </a:r>
          </a:p>
          <a:p>
            <a:r>
              <a:t>  "quote_text": null,</a:t>
            </a:r>
          </a:p>
          <a:p>
            <a:r>
              <a:t>  "quote_translation": null,</a:t>
            </a:r>
          </a:p>
          <a:p>
            <a:r>
              <a:t>  "chart_title": null,</a:t>
            </a:r>
          </a:p>
          <a:p>
            <a:r>
              <a:t>  "chart_source_label": null,</a:t>
            </a:r>
          </a:p>
          <a:p>
            <a:r>
              <a:t>  "data_hint": null,</a:t>
            </a:r>
          </a:p>
          <a:p>
            <a:r>
              <a:t>  "diagram_nodes": [</a:t>
            </a:r>
          </a:p>
          <a:p>
            <a:r>
              <a:t>    "질문",</a:t>
            </a:r>
          </a:p>
          <a:p>
            <a:r>
              <a:t>    "검증",</a:t>
            </a:r>
          </a:p>
          <a:p>
            <a:r>
              <a:t>    "맥락"</a:t>
            </a:r>
          </a:p>
          <a:p>
            <a:r>
              <a:t>  ],</a:t>
            </a:r>
          </a:p>
          <a:p>
            <a:r>
              <a:t>  "diagram_edges": [</a:t>
            </a:r>
          </a:p>
          <a:p>
            <a:r>
              <a:t>    {</a:t>
            </a:r>
          </a:p>
          <a:p>
            <a:r>
              <a:t>      "from": "질문",</a:t>
            </a:r>
          </a:p>
          <a:p>
            <a:r>
              <a:t>      "to": "검증",</a:t>
            </a:r>
          </a:p>
          <a:p>
            <a:r>
              <a:t>      "label": "출처 확인"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"from": "검증",</a:t>
            </a:r>
          </a:p>
          <a:p>
            <a:r>
              <a:t>      "to": "맥락",</a:t>
            </a:r>
          </a:p>
          <a:p>
            <a:r>
              <a:t>      "label": "다른 자료와 비교"</a:t>
            </a:r>
          </a:p>
          <a:p>
            <a:r>
              <a:t>    }</a:t>
            </a:r>
          </a:p>
          <a:p>
            <a:r>
              <a:t>  ],</a:t>
            </a:r>
          </a:p>
          <a:p>
            <a:r>
              <a:t>  "placeholder_reason": "Diagram nodes/edges provided for editable scaffold."</a:t>
            </a:r>
          </a:p>
          <a:p>
            <a:r>
              <a:t>}</a:t>
            </a:r>
          </a:p>
          <a:p/>
          <a:p>
            <a:r>
              <a:t>edit_notes:</a:t>
            </a:r>
          </a:p>
          <a:p>
            <a:r>
              <a:t>- Manual fact-check required before broadcast.</a:t>
            </a:r>
          </a:p>
          <a:p/>
          <a:p>
            <a:r>
              <a:t>speaker_notes:</a:t>
            </a:r>
          </a:p>
          <a:p>
            <a:r>
              <a:t>[근거] Microsoft Research, UNESCO AI Competency Framework. [주의] 사고 과정 일반론은 cautious wording 유지.</a:t>
            </a:r>
          </a:p>
          <a:p>
            <a:r>
              <a:t>[overflow_notes]</a:t>
            </a:r>
          </a:p>
          <a:p>
            <a:r>
              <a:t>틀린 가설을 세워보고, 다른 자료와 부딪히고, 왜 틀렸는지 고치는 시간이 사고를 만든다</a:t>
            </a:r>
          </a:p>
          <a:p>
            <a:r>
              <a:t>AI 역량 교육은 답을 받는 법보다 질문하고 평가하고 책임 있게 쓰는 법으로 확장될 필요가 있다</a:t>
            </a:r>
          </a:p>
          <a:p>
            <a:r>
              <a:t>이 주장은 연구·프레임워크에 기대되, 인지 효과를 확정적으로 말하지 않는다</a:t>
            </a:r>
          </a:p>
          <a:p>
            <a:r>
              <a:t>[source_ref] source_context | Source URL carried from Anny storyline. | https://www.microsoft.com/en-us/research/publication/from-searchable-to-non-searchable-generative-ai-and-information-diversity-in-online-information-seeking/</a:t>
            </a:r>
          </a:p>
          <a:p>
            <a:r>
              <a:t>[source_ref] source_context | Source URL carried from Anny storyline. | https://www.unesco.org/en/articles/ai-competency-framework-students</a:t>
            </a:r>
          </a:p>
          <a:p>
            <a:r>
              <a:t>[check] needs_fact_check=true</a:t>
            </a:r>
          </a:p>
          <a:p>
            <a:r>
              <a:t>[overflow_notes]</a:t>
            </a:r>
          </a:p>
          <a:p>
            <a:r>
              <a:t>틀린 가설을 세워보고, 다른 자료와 부딪히고, 왜 틀렸는지 고치는 시간이 사고를 만든다</a:t>
            </a:r>
          </a:p>
          <a:p>
            <a:r>
              <a:t>AI 역량 교육은 답을 받는 법보다 질문하고 평가하고 책임 있게 쓰는 법으로 확장될 필요가 있다</a:t>
            </a:r>
          </a:p>
          <a:p>
            <a:r>
              <a:t>이 주장은 연구·프레임워크에 기대되, 인지 효과를 확정적으로 말하지 않는다</a:t>
            </a:r>
          </a:p>
          <a:p>
            <a:r>
              <a:t>[source_refs]</a:t>
            </a:r>
          </a:p>
          <a:p>
            <a:r>
              <a:t>[</a:t>
            </a:r>
          </a:p>
          <a:p>
            <a:r>
              <a:t>  {</a:t>
            </a:r>
          </a:p>
          <a:p>
            <a:r>
              <a:t>    "url": "https://www.microsoft.com/en-us/research/publication/from-searchable-to-non-searchable-generative-ai-and-information-diversity-in-online-information-seeking/",</a:t>
            </a:r>
          </a:p>
          <a:p>
            <a:r>
              <a:t>    "role": "source_context",</a:t>
            </a:r>
          </a:p>
          <a:p>
            <a:r>
              <a:t>    "use": "Source URL carried from Anny storyline.",</a:t>
            </a:r>
          </a:p>
          <a:p>
            <a:r>
              <a:t>    "confidence": "medium",</a:t>
            </a:r>
          </a:p>
          <a:p>
            <a:r>
              <a:t>    "manual_check_required": true</a:t>
            </a:r>
          </a:p>
          <a:p>
            <a:r>
              <a:t>  },</a:t>
            </a:r>
          </a:p>
          <a:p>
            <a:r>
              <a:t>  {</a:t>
            </a:r>
          </a:p>
          <a:p>
            <a:r>
              <a:t>    "url": "https://www.unesco.org/en/articles/ai-competency-framework-students",</a:t>
            </a:r>
          </a:p>
          <a:p>
            <a:r>
              <a:t>    "role": "source_context",</a:t>
            </a:r>
          </a:p>
          <a:p>
            <a:r>
              <a:t>    "use": "Source URL carried from Anny storyline.",</a:t>
            </a:r>
          </a:p>
          <a:p>
            <a:r>
              <a:t>    "confidence": "medium",</a:t>
            </a:r>
          </a:p>
          <a:p>
            <a:r>
              <a:t>    "manual_check_required": true</a:t>
            </a:r>
          </a:p>
          <a:p>
            <a:r>
              <a:t>  }</a:t>
            </a:r>
          </a:p>
          <a:p>
            <a:r>
              <a:t>]</a:t>
            </a:r>
          </a:p>
          <a:p>
            <a:r>
              <a:t>[proof_object]</a:t>
            </a:r>
          </a:p>
          <a:p>
            <a:r>
              <a:t>{</a:t>
            </a:r>
          </a:p>
          <a:p>
            <a:r>
              <a:t>  "type": "diagram",</a:t>
            </a:r>
          </a:p>
          <a:p>
            <a:r>
              <a:t>  "screen_position": "center_large",</a:t>
            </a:r>
          </a:p>
          <a:p>
            <a:r>
              <a:t>  "source_name": "Microsoft Research",</a:t>
            </a:r>
          </a:p>
          <a:p>
            <a:r>
              <a:t>  "display_title": null,</a:t>
            </a:r>
          </a:p>
          <a:p>
            <a:r>
              <a:t>  "quote_text": null,</a:t>
            </a:r>
          </a:p>
          <a:p>
            <a:r>
              <a:t>  "quote_translation": null,</a:t>
            </a:r>
          </a:p>
          <a:p>
            <a:r>
              <a:t>  "source_url": "https://www.microsoft.com/en-us/research/publication/from-searchable-to-non-searchable-generative-ai-and-information-diversity-in-online-information-seeking/",</a:t>
            </a:r>
          </a:p>
          <a:p>
            <a:r>
              <a:t>  "image_url": null,</a:t>
            </a:r>
          </a:p>
          <a:p>
            <a:r>
              <a:t>  "chart_title": null,</a:t>
            </a:r>
          </a:p>
          <a:p>
            <a:r>
              <a:t>  "chart_source_label": null,</a:t>
            </a:r>
          </a:p>
          <a:p>
            <a:r>
              <a:t>  "data_hint": null,</a:t>
            </a:r>
          </a:p>
          <a:p>
            <a:r>
              <a:t>  "diagram_nodes": [</a:t>
            </a:r>
          </a:p>
          <a:p>
            <a:r>
              <a:t>    "질문",</a:t>
            </a:r>
          </a:p>
          <a:p>
            <a:r>
              <a:t>    "검증",</a:t>
            </a:r>
          </a:p>
          <a:p>
            <a:r>
              <a:t>    "맥락"</a:t>
            </a:r>
          </a:p>
          <a:p>
            <a:r>
              <a:t>  ],</a:t>
            </a:r>
          </a:p>
          <a:p>
            <a:r>
              <a:t>  "diagram_edges": [</a:t>
            </a:r>
          </a:p>
          <a:p>
            <a:r>
              <a:t>    {</a:t>
            </a:r>
          </a:p>
          <a:p>
            <a:r>
              <a:t>      "from": "질문",</a:t>
            </a:r>
          </a:p>
          <a:p>
            <a:r>
              <a:t>      "to": "검증",</a:t>
            </a:r>
          </a:p>
          <a:p>
            <a:r>
              <a:t>      "label": "출처 확인"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"from": "검증",</a:t>
            </a:r>
          </a:p>
          <a:p>
            <a:r>
              <a:t>      "to": "맥락",</a:t>
            </a:r>
          </a:p>
          <a:p>
            <a:r>
              <a:t>      "label": "다른 자료와 비교"</a:t>
            </a:r>
          </a:p>
          <a:p>
            <a:r>
              <a:t>    }</a:t>
            </a:r>
          </a:p>
          <a:p>
            <a:r>
              <a:t>  ],</a:t>
            </a:r>
          </a:p>
          <a:p>
            <a:r>
              <a:t>  "placeholder_reason": "Diagram nodes/edges provided for editable scaffold.",</a:t>
            </a:r>
          </a:p>
          <a:p>
            <a:r>
              <a:t>  "manual_insert_required": true,</a:t>
            </a:r>
          </a:p>
          <a:p>
            <a:r>
              <a:t>  "copyright_risk": false</a:t>
            </a:r>
          </a:p>
          <a:p>
            <a:r>
              <a:t>}</a:t>
            </a:r>
          </a:p>
          <a:p>
            <a:r>
              <a:t>[editor_instruction]</a:t>
            </a:r>
          </a:p>
          <a:p>
            <a:r>
              <a:t>Manual fact-check required before broadcast.</a:t>
            </a:r>
          </a:p>
          <a:p>
            <a:r>
              <a:t>[risk_flags]</a:t>
            </a:r>
          </a:p>
          <a:p>
            <a:r>
              <a:t>[</a:t>
            </a:r>
          </a:p>
          <a:p>
            <a:r>
              <a:t>  "single_source_dependency"</a:t>
            </a:r>
          </a:p>
          <a:p>
            <a:r>
              <a:t>]</a:t>
            </a:r>
          </a:p>
          <a:p/>
          <a:p>
            <a:r>
              <a:t>risk_flags:</a:t>
            </a:r>
          </a:p>
          <a:p>
            <a:r>
              <a:t>[</a:t>
            </a:r>
          </a:p>
          <a:p>
            <a:r>
              <a:t>  "single_source_dependency"</a:t>
            </a:r>
          </a:p>
          <a:p>
            <a:r>
              <a:t>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slide_no: 11</a:t>
            </a:r>
          </a:p>
          <a:p>
            <a:r>
              <a:t>layout_type: quote</a:t>
            </a:r>
          </a:p>
          <a:p>
            <a:r>
              <a:t>style_profile_loaded: True</a:t>
            </a:r>
          </a:p>
          <a:p>
            <a:r>
              <a:t>style_profile_path: data/style_profiles/syukaworld_ppt_style_profile.json</a:t>
            </a:r>
          </a:p>
          <a:p>
            <a:r>
              <a:t>applied_font_family: 맑은 고딕</a:t>
            </a:r>
          </a:p>
          <a:p>
            <a:r>
              <a:t>applied_fallback_font: Malgun Gothic</a:t>
            </a:r>
          </a:p>
          <a:p>
            <a:r>
              <a:t>source_slide_refs: [</a:t>
            </a:r>
          </a:p>
          <a:p>
            <a:r>
              <a:t>  11</a:t>
            </a:r>
          </a:p>
          <a:p>
            <a:r>
              <a:t>]</a:t>
            </a:r>
          </a:p>
          <a:p>
            <a:r>
              <a:t>proof_object_type: source_card</a:t>
            </a:r>
          </a:p>
          <a:p>
            <a:r>
              <a:t>proof_object_required: True</a:t>
            </a:r>
          </a:p>
          <a:p>
            <a:r>
              <a:t>proof_object_screen_position: left_half</a:t>
            </a:r>
          </a:p>
          <a:p>
            <a:r>
              <a:t>manual_placeholder_hidden: True</a:t>
            </a:r>
          </a:p>
          <a:p/>
          <a:p>
            <a:r>
              <a:t>screen_body_lines:</a:t>
            </a:r>
          </a:p>
          <a:p>
            <a:r>
              <a:t>[</a:t>
            </a:r>
          </a:p>
          <a:p>
            <a:r>
              <a:t>  "답보다 남겨야 할 것",</a:t>
            </a:r>
          </a:p>
          <a:p>
            <a:r>
              <a:t>  "질문하고 검증하는 습관"</a:t>
            </a:r>
          </a:p>
          <a:p>
            <a:r>
              <a:t>]</a:t>
            </a:r>
          </a:p>
          <a:p>
            <a:r>
              <a:t>overflow_body_lines:</a:t>
            </a:r>
          </a:p>
          <a:p>
            <a:r>
              <a:t>[</a:t>
            </a:r>
          </a:p>
          <a:p>
            <a:r>
              <a:t>  "Royal Observatory 관련 보도는 AI 의존 경고를 인간 지식과 배움의 가치라는 맥락에 둔다",</a:t>
            </a:r>
          </a:p>
          <a:p>
            <a:r>
              <a:t>  "이를 AI 반대가 아니라 질문과 검증의 필요성을 상기시키는 장면으로 사용한다",</a:t>
            </a:r>
          </a:p>
          <a:p>
            <a:r>
              <a:t>  "단일 기사 기반 맥락이므로 표현은 보수적으로 유지한다"</a:t>
            </a:r>
          </a:p>
          <a:p>
            <a:r>
              <a:t>]</a:t>
            </a:r>
          </a:p>
          <a:p/>
          <a:p>
            <a:r>
              <a:t>source_urls:</a:t>
            </a:r>
          </a:p>
          <a:p>
            <a:r>
              <a:t>- https://www.bbc.com/news/articles/c2023l60370o?at_medium=RSS&amp;at_campaign=rss</a:t>
            </a:r>
          </a:p>
          <a:p/>
          <a:p>
            <a:r>
              <a:t>source_refs:</a:t>
            </a:r>
          </a:p>
          <a:p>
            <a:r>
              <a:t>[</a:t>
            </a:r>
          </a:p>
          <a:p>
            <a:r>
              <a:t>  {</a:t>
            </a:r>
          </a:p>
          <a:p>
            <a:r>
              <a:t>    "url": "https://www.bbc.com/news/articles/c2023l60370o?at_medium=RSS&amp;at_campaign=rss",</a:t>
            </a:r>
          </a:p>
          <a:p>
            <a:r>
              <a:t>    "role": "source_context",</a:t>
            </a:r>
          </a:p>
          <a:p>
            <a:r>
              <a:t>    "use": "Source URL carried from Anny storyline.",</a:t>
            </a:r>
          </a:p>
          <a:p>
            <a:r>
              <a:t>    "confidence": "medium",</a:t>
            </a:r>
          </a:p>
          <a:p>
            <a:r>
              <a:t>    "manual_check_required": true</a:t>
            </a:r>
          </a:p>
          <a:p>
            <a:r>
              <a:t>  }</a:t>
            </a:r>
          </a:p>
          <a:p>
            <a:r>
              <a:t>]</a:t>
            </a:r>
          </a:p>
          <a:p>
            <a:r>
              <a:t>image_urls:</a:t>
            </a:r>
          </a:p>
          <a:p/>
          <a:p>
            <a:r>
              <a:t>flags:</a:t>
            </a:r>
          </a:p>
          <a:p>
            <a:r>
              <a:t>- needs_source: False</a:t>
            </a:r>
          </a:p>
          <a:p>
            <a:r>
              <a:t>- needs_fact_check: True</a:t>
            </a:r>
          </a:p>
          <a:p>
            <a:r>
              <a:t>- required_before_broadcast: False</a:t>
            </a:r>
          </a:p>
          <a:p>
            <a:r>
              <a:t>- copyright_risk: False</a:t>
            </a:r>
          </a:p>
          <a:p/>
          <a:p>
            <a:r>
              <a:t>visual_plan:</a:t>
            </a:r>
          </a:p>
          <a:p>
            <a:r>
              <a:t>{</a:t>
            </a:r>
          </a:p>
          <a:p>
            <a:r>
              <a:t>  "kind": "manual",</a:t>
            </a:r>
          </a:p>
          <a:p>
            <a:r>
              <a:t>  "description": "Source URL carried from Anny storyline.",</a:t>
            </a:r>
          </a:p>
          <a:p>
            <a:r>
              <a:t>  "source_note": "https://www.bbc.com/news/articles/c2023l60370o?at_medium=RSS&amp;at_campaign=rss",</a:t>
            </a:r>
          </a:p>
          <a:p>
            <a:r>
              <a:t>  "copyright_risk": false,</a:t>
            </a:r>
          </a:p>
          <a:p>
            <a:r>
              <a:t>  "manual_check_required": false,</a:t>
            </a:r>
          </a:p>
          <a:p>
            <a:r>
              <a:t>  "prompt_if_ai_image": null</a:t>
            </a:r>
          </a:p>
          <a:p>
            <a:r>
              <a:t>}</a:t>
            </a:r>
          </a:p>
          <a:p/>
          <a:p>
            <a:r>
              <a:t>proof_object:</a:t>
            </a:r>
          </a:p>
          <a:p>
            <a:r>
              <a:t>{</a:t>
            </a:r>
          </a:p>
          <a:p>
            <a:r>
              <a:t>  "type": "source_card",</a:t>
            </a:r>
          </a:p>
          <a:p>
            <a:r>
              <a:t>  "required": true,</a:t>
            </a:r>
          </a:p>
          <a:p>
            <a:r>
              <a:t>  "screen_position": "left_half",</a:t>
            </a:r>
          </a:p>
          <a:p>
            <a:r>
              <a:t>  "display_label": "[출처]",</a:t>
            </a:r>
          </a:p>
          <a:p>
            <a:r>
              <a:t>  "source_url": "https://www.bbc.com/news/articles/c2023l60370o?at_medium=RSS&amp;at_campaign=rss",</a:t>
            </a:r>
          </a:p>
          <a:p>
            <a:r>
              <a:t>  "image_url": null,</a:t>
            </a:r>
          </a:p>
          <a:p>
            <a:r>
              <a:t>  "copyright_risk": false,</a:t>
            </a:r>
          </a:p>
          <a:p>
            <a:r>
              <a:t>  "manual_insert_required": false,</a:t>
            </a:r>
          </a:p>
          <a:p>
            <a:r>
              <a:t>  "source_name": "BBC",</a:t>
            </a:r>
          </a:p>
          <a:p>
            <a:r>
              <a:t>  "display_title": "Source URL carried from Anny storyline.",</a:t>
            </a:r>
          </a:p>
          <a:p>
            <a:r>
              <a:t>  "quote_text": null,</a:t>
            </a:r>
          </a:p>
          <a:p>
            <a:r>
              <a:t>  "quote_translation": null,</a:t>
            </a:r>
          </a:p>
          <a:p>
            <a:r>
              <a:t>  "chart_title": null,</a:t>
            </a:r>
          </a:p>
          <a:p>
            <a:r>
              <a:t>  "chart_source_label": null,</a:t>
            </a:r>
          </a:p>
          <a:p>
            <a:r>
              <a:t>  "data_hint": null,</a:t>
            </a:r>
          </a:p>
          <a:p>
            <a:r>
              <a:t>  "diagram_nodes": [],</a:t>
            </a:r>
          </a:p>
          <a:p>
            <a:r>
              <a:t>  "diagram_edges": [],</a:t>
            </a:r>
          </a:p>
          <a:p>
            <a:r>
              <a:t>  "placeholder_reason": null</a:t>
            </a:r>
          </a:p>
          <a:p>
            <a:r>
              <a:t>}</a:t>
            </a:r>
          </a:p>
          <a:p/>
          <a:p>
            <a:r>
              <a:t>edit_notes:</a:t>
            </a:r>
          </a:p>
          <a:p>
            <a:r>
              <a:t>- Manual fact-check required before broadcast.</a:t>
            </a:r>
          </a:p>
          <a:p/>
          <a:p>
            <a:r>
              <a:t>speaker_notes:</a:t>
            </a:r>
          </a:p>
          <a:p>
            <a:r>
              <a:t>[내용] BBC / Royal Observatory article. [주의] 단일 기사 기반이므로 발언 맥락 최종 확인 필요.</a:t>
            </a:r>
          </a:p>
          <a:p>
            <a:r>
              <a:t>[overflow_notes]</a:t>
            </a:r>
          </a:p>
          <a:p>
            <a:r>
              <a:t>Royal Observatory 관련 보도는 AI 의존 경고를 인간 지식과 배움의 가치라는 맥락에 둔다</a:t>
            </a:r>
          </a:p>
          <a:p>
            <a:r>
              <a:t>이를 AI 반대가 아니라 질문과 검증의 필요성을 상기시키는 장면으로 사용한다</a:t>
            </a:r>
          </a:p>
          <a:p>
            <a:r>
              <a:t>단일 기사 기반 맥락이므로 표현은 보수적으로 유지한다</a:t>
            </a:r>
          </a:p>
          <a:p>
            <a:r>
              <a:t>[source_ref] source_context | Source URL carried from Anny storyline. | https://www.bbc.com/news/articles/c2023l60370o?at_medium=RSS&amp;at_campaign=rss</a:t>
            </a:r>
          </a:p>
          <a:p>
            <a:r>
              <a:t>[check] needs_fact_check=true</a:t>
            </a:r>
          </a:p>
          <a:p>
            <a:r>
              <a:t>[overflow_notes]</a:t>
            </a:r>
          </a:p>
          <a:p>
            <a:r>
              <a:t>Royal Observatory 관련 보도는 AI 의존 경고를 인간 지식과 배움의 가치라는 맥락에 둔다</a:t>
            </a:r>
          </a:p>
          <a:p>
            <a:r>
              <a:t>이를 AI 반대가 아니라 질문과 검증의 필요성을 상기시키는 장면으로 사용한다</a:t>
            </a:r>
          </a:p>
          <a:p>
            <a:r>
              <a:t>단일 기사 기반 맥락이므로 표현은 보수적으로 유지한다</a:t>
            </a:r>
          </a:p>
          <a:p>
            <a:r>
              <a:t>[source_refs]</a:t>
            </a:r>
          </a:p>
          <a:p>
            <a:r>
              <a:t>[</a:t>
            </a:r>
          </a:p>
          <a:p>
            <a:r>
              <a:t>  {</a:t>
            </a:r>
          </a:p>
          <a:p>
            <a:r>
              <a:t>    "url": "https://www.bbc.com/news/articles/c2023l60370o?at_medium=RSS&amp;at_campaign=rss",</a:t>
            </a:r>
          </a:p>
          <a:p>
            <a:r>
              <a:t>    "role": "source_context",</a:t>
            </a:r>
          </a:p>
          <a:p>
            <a:r>
              <a:t>    "use": "Source URL carried from Anny storyline.",</a:t>
            </a:r>
          </a:p>
          <a:p>
            <a:r>
              <a:t>    "confidence": "medium",</a:t>
            </a:r>
          </a:p>
          <a:p>
            <a:r>
              <a:t>    "manual_check_required": true</a:t>
            </a:r>
          </a:p>
          <a:p>
            <a:r>
              <a:t>  }</a:t>
            </a:r>
          </a:p>
          <a:p>
            <a:r>
              <a:t>]</a:t>
            </a:r>
          </a:p>
          <a:p>
            <a:r>
              <a:t>[proof_object]</a:t>
            </a:r>
          </a:p>
          <a:p>
            <a:r>
              <a:t>{</a:t>
            </a:r>
          </a:p>
          <a:p>
            <a:r>
              <a:t>  "type": "source_card",</a:t>
            </a:r>
          </a:p>
          <a:p>
            <a:r>
              <a:t>  "screen_position": "left_half",</a:t>
            </a:r>
          </a:p>
          <a:p>
            <a:r>
              <a:t>  "source_name": "BBC",</a:t>
            </a:r>
          </a:p>
          <a:p>
            <a:r>
              <a:t>  "display_title": "Source URL carried from Anny storyline.",</a:t>
            </a:r>
          </a:p>
          <a:p>
            <a:r>
              <a:t>  "quote_text": null,</a:t>
            </a:r>
          </a:p>
          <a:p>
            <a:r>
              <a:t>  "quote_translation": null,</a:t>
            </a:r>
          </a:p>
          <a:p>
            <a:r>
              <a:t>  "source_url": "https://www.bbc.com/news/articles/c2023l60370o?at_medium=RSS&amp;at_campaign=rss",</a:t>
            </a:r>
          </a:p>
          <a:p>
            <a:r>
              <a:t>  "image_url": null,</a:t>
            </a:r>
          </a:p>
          <a:p>
            <a:r>
              <a:t>  "chart_title": null,</a:t>
            </a:r>
          </a:p>
          <a:p>
            <a:r>
              <a:t>  "chart_source_label": null,</a:t>
            </a:r>
          </a:p>
          <a:p>
            <a:r>
              <a:t>  "data_hint": null,</a:t>
            </a:r>
          </a:p>
          <a:p>
            <a:r>
              <a:t>  "diagram_nodes": [],</a:t>
            </a:r>
          </a:p>
          <a:p>
            <a:r>
              <a:t>  "diagram_edges": [],</a:t>
            </a:r>
          </a:p>
          <a:p>
            <a:r>
              <a:t>  "placeholder_reason": null,</a:t>
            </a:r>
          </a:p>
          <a:p>
            <a:r>
              <a:t>  "manual_insert_required": false,</a:t>
            </a:r>
          </a:p>
          <a:p>
            <a:r>
              <a:t>  "copyright_risk": false</a:t>
            </a:r>
          </a:p>
          <a:p>
            <a:r>
              <a:t>}</a:t>
            </a:r>
          </a:p>
          <a:p>
            <a:r>
              <a:t>[editor_instruction]</a:t>
            </a:r>
          </a:p>
          <a:p>
            <a:r>
              <a:t>Manual fact-check required before broadcast.</a:t>
            </a:r>
          </a:p>
          <a:p>
            <a:r>
              <a:t>[risk_flags]</a:t>
            </a:r>
          </a:p>
          <a:p>
            <a:r>
              <a:t>[</a:t>
            </a:r>
          </a:p>
          <a:p>
            <a:r>
              <a:t>  "single_source_dependency"</a:t>
            </a:r>
          </a:p>
          <a:p>
            <a:r>
              <a:t>]</a:t>
            </a:r>
          </a:p>
          <a:p/>
          <a:p>
            <a:r>
              <a:t>risk_flags:</a:t>
            </a:r>
          </a:p>
          <a:p>
            <a:r>
              <a:t>[</a:t>
            </a:r>
          </a:p>
          <a:p>
            <a:r>
              <a:t>  "single_source_dependency"</a:t>
            </a:r>
          </a:p>
          <a:p>
            <a:r>
              <a:t>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slide_no: 12</a:t>
            </a:r>
          </a:p>
          <a:p>
            <a:r>
              <a:t>layout_type: comparison</a:t>
            </a:r>
          </a:p>
          <a:p>
            <a:r>
              <a:t>style_profile_loaded: True</a:t>
            </a:r>
          </a:p>
          <a:p>
            <a:r>
              <a:t>style_profile_path: data/style_profiles/syukaworld_ppt_style_profile.json</a:t>
            </a:r>
          </a:p>
          <a:p>
            <a:r>
              <a:t>applied_font_family: 맑은 고딕</a:t>
            </a:r>
          </a:p>
          <a:p>
            <a:r>
              <a:t>applied_fallback_font: Malgun Gothic</a:t>
            </a:r>
          </a:p>
          <a:p>
            <a:r>
              <a:t>source_slide_refs: [</a:t>
            </a:r>
          </a:p>
          <a:p>
            <a:r>
              <a:t>  12</a:t>
            </a:r>
          </a:p>
          <a:p>
            <a:r>
              <a:t>]</a:t>
            </a:r>
          </a:p>
          <a:p>
            <a:r>
              <a:t>proof_object_type: diagram</a:t>
            </a:r>
          </a:p>
          <a:p>
            <a:r>
              <a:t>proof_object_required: True</a:t>
            </a:r>
          </a:p>
          <a:p>
            <a:r>
              <a:t>proof_object_screen_position: center_large</a:t>
            </a:r>
          </a:p>
          <a:p>
            <a:r>
              <a:t>manual_placeholder_hidden: False</a:t>
            </a:r>
          </a:p>
          <a:p/>
          <a:p>
            <a:r>
              <a:t>screen_body_lines:</a:t>
            </a:r>
          </a:p>
          <a:p>
            <a:r>
              <a:t>[]</a:t>
            </a:r>
          </a:p>
          <a:p>
            <a:r>
              <a:t>overflow_body_lines:</a:t>
            </a:r>
          </a:p>
          <a:p>
            <a:r>
              <a:t>[</a:t>
            </a:r>
          </a:p>
          <a:p>
            <a:r>
              <a:t>  "예전엔 누가 더 잘 찾느냐의 싸움이었다면",</a:t>
            </a:r>
          </a:p>
          <a:p>
            <a:r>
              <a:t>  "이제는 누가 더 좋은 질문을 하느냐의 싸움일 수 있다",</a:t>
            </a:r>
          </a:p>
          <a:p>
            <a:r>
              <a:t>  "AI가 정답을 말할수록, 사람은 질문을 더 잘해야 한다"</a:t>
            </a:r>
          </a:p>
          <a:p>
            <a:r>
              <a:t>]</a:t>
            </a:r>
          </a:p>
          <a:p/>
          <a:p>
            <a:r>
              <a:t>source_urls:</a:t>
            </a:r>
          </a:p>
          <a:p>
            <a:r>
              <a:t>image_urls:</a:t>
            </a:r>
          </a:p>
          <a:p/>
          <a:p>
            <a:r>
              <a:t>flags:</a:t>
            </a:r>
          </a:p>
          <a:p>
            <a:r>
              <a:t>- needs_source: False</a:t>
            </a:r>
          </a:p>
          <a:p>
            <a:r>
              <a:t>- needs_fact_check: False</a:t>
            </a:r>
          </a:p>
          <a:p>
            <a:r>
              <a:t>- required_before_broadcast: False</a:t>
            </a:r>
          </a:p>
          <a:p>
            <a:r>
              <a:t>- copyright_risk: False</a:t>
            </a:r>
          </a:p>
          <a:p/>
          <a:p>
            <a:r>
              <a:t>visual_plan:</a:t>
            </a:r>
          </a:p>
          <a:p>
            <a:r>
              <a:t>{</a:t>
            </a:r>
          </a:p>
          <a:p>
            <a:r>
              <a:t>  "kind": "diagram",</a:t>
            </a:r>
          </a:p>
          <a:p>
            <a:r>
              <a:t>  "description": "Diagram nodes/edges provided for editable scaffold.",</a:t>
            </a:r>
          </a:p>
          <a:p>
            <a:r>
              <a:t>  "source_note": null,</a:t>
            </a:r>
          </a:p>
          <a:p>
            <a:r>
              <a:t>  "copyright_risk": false,</a:t>
            </a:r>
          </a:p>
          <a:p>
            <a:r>
              <a:t>  "manual_check_required": true,</a:t>
            </a:r>
          </a:p>
          <a:p>
            <a:r>
              <a:t>  "prompt_if_ai_image": null</a:t>
            </a:r>
          </a:p>
          <a:p>
            <a:r>
              <a:t>}</a:t>
            </a:r>
          </a:p>
          <a:p/>
          <a:p>
            <a:r>
              <a:t>proof_object:</a:t>
            </a:r>
          </a:p>
          <a:p>
            <a:r>
              <a:t>{</a:t>
            </a:r>
          </a:p>
          <a:p>
            <a:r>
              <a:t>  "type": "diagram",</a:t>
            </a:r>
          </a:p>
          <a:p>
            <a:r>
              <a:t>  "required": true,</a:t>
            </a:r>
          </a:p>
          <a:p>
            <a:r>
              <a:t>  "screen_position": "center_large",</a:t>
            </a:r>
          </a:p>
          <a:p>
            <a:r>
              <a:t>  "display_label": "[도식]",</a:t>
            </a:r>
          </a:p>
          <a:p>
            <a:r>
              <a:t>  "source_url": null,</a:t>
            </a:r>
          </a:p>
          <a:p>
            <a:r>
              <a:t>  "image_url": null,</a:t>
            </a:r>
          </a:p>
          <a:p>
            <a:r>
              <a:t>  "copyright_risk": false,</a:t>
            </a:r>
          </a:p>
          <a:p>
            <a:r>
              <a:t>  "manual_insert_required": true,</a:t>
            </a:r>
          </a:p>
          <a:p>
            <a:r>
              <a:t>  "source_name": null,</a:t>
            </a:r>
          </a:p>
          <a:p>
            <a:r>
              <a:t>  "display_title": null,</a:t>
            </a:r>
          </a:p>
          <a:p>
            <a:r>
              <a:t>  "quote_text": null,</a:t>
            </a:r>
          </a:p>
          <a:p>
            <a:r>
              <a:t>  "quote_translation": null,</a:t>
            </a:r>
          </a:p>
          <a:p>
            <a:r>
              <a:t>  "chart_title": null,</a:t>
            </a:r>
          </a:p>
          <a:p>
            <a:r>
              <a:t>  "chart_source_label": null,</a:t>
            </a:r>
          </a:p>
          <a:p>
            <a:r>
              <a:t>  "data_hint": null,</a:t>
            </a:r>
          </a:p>
          <a:p>
            <a:r>
              <a:t>  "diagram_nodes": [</a:t>
            </a:r>
          </a:p>
          <a:p>
            <a:r>
              <a:t>    "기존 검색",</a:t>
            </a:r>
          </a:p>
          <a:p>
            <a:r>
              <a:t>    "AI 즉답",</a:t>
            </a:r>
          </a:p>
          <a:p>
            <a:r>
              <a:t>    "비교·검증",</a:t>
            </a:r>
          </a:p>
          <a:p>
            <a:r>
              <a:t>    "바로 답"</a:t>
            </a:r>
          </a:p>
          <a:p>
            <a:r>
              <a:t>  ],</a:t>
            </a:r>
          </a:p>
          <a:p>
            <a:r>
              <a:t>  "diagram_edges": [</a:t>
            </a:r>
          </a:p>
          <a:p>
            <a:r>
              <a:t>    {</a:t>
            </a:r>
          </a:p>
          <a:p>
            <a:r>
              <a:t>      "from": "기존 검색",</a:t>
            </a:r>
          </a:p>
          <a:p>
            <a:r>
              <a:t>      "to": "비교·검증",</a:t>
            </a:r>
          </a:p>
          <a:p>
            <a:r>
              <a:t>      "label": "여러 결과를 확인"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"from": "AI 즉답",</a:t>
            </a:r>
          </a:p>
          <a:p>
            <a:r>
              <a:t>      "to": "바로 답",</a:t>
            </a:r>
          </a:p>
          <a:p>
            <a:r>
              <a:t>      "label": "과정 압축"</a:t>
            </a:r>
          </a:p>
          <a:p>
            <a:r>
              <a:t>    }</a:t>
            </a:r>
          </a:p>
          <a:p>
            <a:r>
              <a:t>  ],</a:t>
            </a:r>
          </a:p>
          <a:p>
            <a:r>
              <a:t>  "placeholder_reason": "Diagram nodes/edges provided for editable scaffold."</a:t>
            </a:r>
          </a:p>
          <a:p>
            <a:r>
              <a:t>}</a:t>
            </a:r>
          </a:p>
          <a:p/>
          <a:p>
            <a:r>
              <a:t>edit_notes:</a:t>
            </a:r>
          </a:p>
          <a:p/>
          <a:p>
            <a:r>
              <a:t>speaker_notes:</a:t>
            </a:r>
          </a:p>
          <a:p>
            <a:r>
              <a:t>[rhetorical_bridge] 방송용 punchline 후보. 사실 주장으로 쓰지 않음.</a:t>
            </a:r>
          </a:p>
          <a:p>
            <a:r>
              <a:t>[overflow_notes]</a:t>
            </a:r>
          </a:p>
          <a:p>
            <a:r>
              <a:t>예전엔 누가 더 잘 찾느냐의 싸움이었다면</a:t>
            </a:r>
          </a:p>
          <a:p>
            <a:r>
              <a:t>이제는 누가 더 좋은 질문을 하느냐의 싸움일 수 있다</a:t>
            </a:r>
          </a:p>
          <a:p>
            <a:r>
              <a:t>AI가 정답을 말할수록, 사람은 질문을 더 잘해야 한다</a:t>
            </a:r>
          </a:p>
          <a:p>
            <a:r>
              <a:t>[overflow_notes]</a:t>
            </a:r>
          </a:p>
          <a:p>
            <a:r>
              <a:t>예전엔 누가 더 잘 찾느냐의 싸움이었다면</a:t>
            </a:r>
          </a:p>
          <a:p>
            <a:r>
              <a:t>이제는 누가 더 좋은 질문을 하느냐의 싸움일 수 있다</a:t>
            </a:r>
          </a:p>
          <a:p>
            <a:r>
              <a:t>AI가 정답을 말할수록, 사람은 질문을 더 잘해야 한다</a:t>
            </a:r>
          </a:p>
          <a:p>
            <a:r>
              <a:t>[proof_object]</a:t>
            </a:r>
          </a:p>
          <a:p>
            <a:r>
              <a:t>{</a:t>
            </a:r>
          </a:p>
          <a:p>
            <a:r>
              <a:t>  "type": "diagram",</a:t>
            </a:r>
          </a:p>
          <a:p>
            <a:r>
              <a:t>  "screen_position": "center_large",</a:t>
            </a:r>
          </a:p>
          <a:p>
            <a:r>
              <a:t>  "source_name": null,</a:t>
            </a:r>
          </a:p>
          <a:p>
            <a:r>
              <a:t>  "display_title": null,</a:t>
            </a:r>
          </a:p>
          <a:p>
            <a:r>
              <a:t>  "quote_text": null,</a:t>
            </a:r>
          </a:p>
          <a:p>
            <a:r>
              <a:t>  "quote_translation": null,</a:t>
            </a:r>
          </a:p>
          <a:p>
            <a:r>
              <a:t>  "source_url": null,</a:t>
            </a:r>
          </a:p>
          <a:p>
            <a:r>
              <a:t>  "image_url": null,</a:t>
            </a:r>
          </a:p>
          <a:p>
            <a:r>
              <a:t>  "chart_title": null,</a:t>
            </a:r>
          </a:p>
          <a:p>
            <a:r>
              <a:t>  "chart_source_label": null,</a:t>
            </a:r>
          </a:p>
          <a:p>
            <a:r>
              <a:t>  "data_hint": null,</a:t>
            </a:r>
          </a:p>
          <a:p>
            <a:r>
              <a:t>  "diagram_nodes": [</a:t>
            </a:r>
          </a:p>
          <a:p>
            <a:r>
              <a:t>    "기존 검색",</a:t>
            </a:r>
          </a:p>
          <a:p>
            <a:r>
              <a:t>    "AI 즉답",</a:t>
            </a:r>
          </a:p>
          <a:p>
            <a:r>
              <a:t>    "비교·검증",</a:t>
            </a:r>
          </a:p>
          <a:p>
            <a:r>
              <a:t>    "바로 답"</a:t>
            </a:r>
          </a:p>
          <a:p>
            <a:r>
              <a:t>  ],</a:t>
            </a:r>
          </a:p>
          <a:p>
            <a:r>
              <a:t>  "diagram_edges": [</a:t>
            </a:r>
          </a:p>
          <a:p>
            <a:r>
              <a:t>    {</a:t>
            </a:r>
          </a:p>
          <a:p>
            <a:r>
              <a:t>      "from": "기존 검색",</a:t>
            </a:r>
          </a:p>
          <a:p>
            <a:r>
              <a:t>      "to": "비교·검증",</a:t>
            </a:r>
          </a:p>
          <a:p>
            <a:r>
              <a:t>      "label": "여러 결과를 확인"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"from": "AI 즉답",</a:t>
            </a:r>
          </a:p>
          <a:p>
            <a:r>
              <a:t>      "to": "바로 답",</a:t>
            </a:r>
          </a:p>
          <a:p>
            <a:r>
              <a:t>      "label": "과정 압축"</a:t>
            </a:r>
          </a:p>
          <a:p>
            <a:r>
              <a:t>    }</a:t>
            </a:r>
          </a:p>
          <a:p>
            <a:r>
              <a:t>  ],</a:t>
            </a:r>
          </a:p>
          <a:p>
            <a:r>
              <a:t>  "placeholder_reason": "Diagram nodes/edges provided for editable scaffold.",</a:t>
            </a:r>
          </a:p>
          <a:p>
            <a:r>
              <a:t>  "manual_insert_required": true,</a:t>
            </a:r>
          </a:p>
          <a:p>
            <a:r>
              <a:t>  "copyright_risk": false</a:t>
            </a:r>
          </a:p>
          <a:p>
            <a: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slide_no: 13</a:t>
            </a:r>
          </a:p>
          <a:p>
            <a:r>
              <a:t>layout_type: section_title</a:t>
            </a:r>
          </a:p>
          <a:p>
            <a:r>
              <a:t>style_profile_loaded: True</a:t>
            </a:r>
          </a:p>
          <a:p>
            <a:r>
              <a:t>style_profile_path: data/style_profiles/syukaworld_ppt_style_profile.json</a:t>
            </a:r>
          </a:p>
          <a:p>
            <a:r>
              <a:t>applied_font_family: 맑은 고딕</a:t>
            </a:r>
          </a:p>
          <a:p>
            <a:r>
              <a:t>applied_fallback_font: Malgun Gothic</a:t>
            </a:r>
          </a:p>
          <a:p>
            <a:r>
              <a:t>source_slide_refs: [</a:t>
            </a:r>
          </a:p>
          <a:p>
            <a:r>
              <a:t>  13</a:t>
            </a:r>
          </a:p>
          <a:p>
            <a:r>
              <a:t>]</a:t>
            </a:r>
          </a:p>
          <a:p>
            <a:r>
              <a:t>proof_object_type: none</a:t>
            </a:r>
          </a:p>
          <a:p>
            <a:r>
              <a:t>proof_object_required: False</a:t>
            </a:r>
          </a:p>
          <a:p>
            <a:r>
              <a:t>proof_object_screen_position: none</a:t>
            </a:r>
          </a:p>
          <a:p>
            <a:r>
              <a:t>manual_placeholder_hidden: False</a:t>
            </a:r>
          </a:p>
          <a:p/>
          <a:p>
            <a:r>
              <a:t>screen_body_lines:</a:t>
            </a:r>
          </a:p>
          <a:p>
            <a:r>
              <a:t>[</a:t>
            </a:r>
          </a:p>
          <a:p>
            <a:r>
              <a:t>  "답을 알려주는 곳에서, 질문을 훈련하는 곳으로"</a:t>
            </a:r>
          </a:p>
          <a:p>
            <a:r>
              <a:t>]</a:t>
            </a:r>
          </a:p>
          <a:p>
            <a:r>
              <a:t>overflow_body_lines:</a:t>
            </a:r>
          </a:p>
          <a:p>
            <a:r>
              <a:t>[]</a:t>
            </a:r>
          </a:p>
          <a:p/>
          <a:p>
            <a:r>
              <a:t>source_urls:</a:t>
            </a:r>
          </a:p>
          <a:p>
            <a:r>
              <a:t>image_urls:</a:t>
            </a:r>
          </a:p>
          <a:p/>
          <a:p>
            <a:r>
              <a:t>flags:</a:t>
            </a:r>
          </a:p>
          <a:p>
            <a:r>
              <a:t>- needs_source: False</a:t>
            </a:r>
          </a:p>
          <a:p>
            <a:r>
              <a:t>- needs_fact_check: False</a:t>
            </a:r>
          </a:p>
          <a:p>
            <a:r>
              <a:t>- required_before_broadcast: False</a:t>
            </a:r>
          </a:p>
          <a:p>
            <a:r>
              <a:t>- copyright_risk: False</a:t>
            </a:r>
          </a:p>
          <a:p/>
          <a:p>
            <a:r>
              <a:t>visual_plan:</a:t>
            </a:r>
          </a:p>
          <a:p>
            <a:r>
              <a:t>{</a:t>
            </a:r>
          </a:p>
          <a:p>
            <a:r>
              <a:t>  "kind": "none",</a:t>
            </a:r>
          </a:p>
          <a:p>
            <a:r>
              <a:t>  "description": "",</a:t>
            </a:r>
          </a:p>
          <a:p>
            <a:r>
              <a:t>  "source_note": null,</a:t>
            </a:r>
          </a:p>
          <a:p>
            <a:r>
              <a:t>  "copyright_risk": false,</a:t>
            </a:r>
          </a:p>
          <a:p>
            <a:r>
              <a:t>  "manual_check_required": false,</a:t>
            </a:r>
          </a:p>
          <a:p>
            <a:r>
              <a:t>  "prompt_if_ai_image": null</a:t>
            </a:r>
          </a:p>
          <a:p>
            <a:r>
              <a:t>}</a:t>
            </a:r>
          </a:p>
          <a:p/>
          <a:p>
            <a:r>
              <a:t>proof_object:</a:t>
            </a:r>
          </a:p>
          <a:p>
            <a:r>
              <a:t>{</a:t>
            </a:r>
          </a:p>
          <a:p>
            <a:r>
              <a:t>  "type": "none",</a:t>
            </a:r>
          </a:p>
          <a:p>
            <a:r>
              <a:t>  "required": false,</a:t>
            </a:r>
          </a:p>
          <a:p>
            <a:r>
              <a:t>  "screen_position": "none",</a:t>
            </a:r>
          </a:p>
          <a:p>
            <a:r>
              <a:t>  "display_label": "",</a:t>
            </a:r>
          </a:p>
          <a:p>
            <a:r>
              <a:t>  "source_url": null,</a:t>
            </a:r>
          </a:p>
          <a:p>
            <a:r>
              <a:t>  "image_url": null,</a:t>
            </a:r>
          </a:p>
          <a:p>
            <a:r>
              <a:t>  "copyright_risk": false,</a:t>
            </a:r>
          </a:p>
          <a:p>
            <a:r>
              <a:t>  "manual_insert_required": false,</a:t>
            </a:r>
          </a:p>
          <a:p>
            <a:r>
              <a:t>  "source_name": null,</a:t>
            </a:r>
          </a:p>
          <a:p>
            <a:r>
              <a:t>  "display_title": null,</a:t>
            </a:r>
          </a:p>
          <a:p>
            <a:r>
              <a:t>  "quote_text": null,</a:t>
            </a:r>
          </a:p>
          <a:p>
            <a:r>
              <a:t>  "quote_translation": null,</a:t>
            </a:r>
          </a:p>
          <a:p>
            <a:r>
              <a:t>  "chart_title": null,</a:t>
            </a:r>
          </a:p>
          <a:p>
            <a:r>
              <a:t>  "chart_source_label": null,</a:t>
            </a:r>
          </a:p>
          <a:p>
            <a:r>
              <a:t>  "data_hint": null,</a:t>
            </a:r>
          </a:p>
          <a:p>
            <a:r>
              <a:t>  "diagram_nodes": [],</a:t>
            </a:r>
          </a:p>
          <a:p>
            <a:r>
              <a:t>  "diagram_edges": [],</a:t>
            </a:r>
          </a:p>
          <a:p>
            <a:r>
              <a:t>  "placeholder_reason": null</a:t>
            </a:r>
          </a:p>
          <a:p>
            <a:r>
              <a:t>}</a:t>
            </a:r>
          </a:p>
          <a:p/>
          <a:p>
            <a:r>
              <a:t>edit_notes:</a:t>
            </a:r>
          </a:p>
          <a:p/>
          <a:p>
            <a:r>
              <a:t>speaker_notes:</a:t>
            </a:r>
          </a:p>
          <a:p>
            <a:r>
              <a:t>[섹션] 학교/박물관/천문관 공식 사례 확인 필요.</a:t>
            </a:r>
          </a:p>
          <a:p>
            <a:r>
              <a:t>[proof_object]</a:t>
            </a:r>
          </a:p>
          <a:p>
            <a:r>
              <a:t>{</a:t>
            </a:r>
          </a:p>
          <a:p>
            <a:r>
              <a:t>  "type": "none",</a:t>
            </a:r>
          </a:p>
          <a:p>
            <a:r>
              <a:t>  "screen_position": "none",</a:t>
            </a:r>
          </a:p>
          <a:p>
            <a:r>
              <a:t>  "source_name": null,</a:t>
            </a:r>
          </a:p>
          <a:p>
            <a:r>
              <a:t>  "display_title": null,</a:t>
            </a:r>
          </a:p>
          <a:p>
            <a:r>
              <a:t>  "quote_text": null,</a:t>
            </a:r>
          </a:p>
          <a:p>
            <a:r>
              <a:t>  "quote_translation": null,</a:t>
            </a:r>
          </a:p>
          <a:p>
            <a:r>
              <a:t>  "source_url": null,</a:t>
            </a:r>
          </a:p>
          <a:p>
            <a:r>
              <a:t>  "image_url": null,</a:t>
            </a:r>
          </a:p>
          <a:p>
            <a:r>
              <a:t>  "chart_title": null,</a:t>
            </a:r>
          </a:p>
          <a:p>
            <a:r>
              <a:t>  "chart_source_label": null,</a:t>
            </a:r>
          </a:p>
          <a:p>
            <a:r>
              <a:t>  "data_hint": null,</a:t>
            </a:r>
          </a:p>
          <a:p>
            <a:r>
              <a:t>  "diagram_nodes": [],</a:t>
            </a:r>
          </a:p>
          <a:p>
            <a:r>
              <a:t>  "diagram_edges": [],</a:t>
            </a:r>
          </a:p>
          <a:p>
            <a:r>
              <a:t>  "placeholder_reason": null,</a:t>
            </a:r>
          </a:p>
          <a:p>
            <a:r>
              <a:t>  "manual_insert_required": false,</a:t>
            </a:r>
          </a:p>
          <a:p>
            <a:r>
              <a:t>  "copyright_risk": false</a:t>
            </a:r>
          </a:p>
          <a:p>
            <a: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slide_no: 14</a:t>
            </a:r>
          </a:p>
          <a:p>
            <a:r>
              <a:t>layout_type: comparison</a:t>
            </a:r>
          </a:p>
          <a:p>
            <a:r>
              <a:t>style_profile_loaded: True</a:t>
            </a:r>
          </a:p>
          <a:p>
            <a:r>
              <a:t>style_profile_path: data/style_profiles/syukaworld_ppt_style_profile.json</a:t>
            </a:r>
          </a:p>
          <a:p>
            <a:r>
              <a:t>applied_font_family: 맑은 고딕</a:t>
            </a:r>
          </a:p>
          <a:p>
            <a:r>
              <a:t>applied_fallback_font: Malgun Gothic</a:t>
            </a:r>
          </a:p>
          <a:p>
            <a:r>
              <a:t>source_slide_refs: [</a:t>
            </a:r>
          </a:p>
          <a:p>
            <a:r>
              <a:t>  14</a:t>
            </a:r>
          </a:p>
          <a:p>
            <a:r>
              <a:t>]</a:t>
            </a:r>
          </a:p>
          <a:p>
            <a:r>
              <a:t>proof_object_type: diagram</a:t>
            </a:r>
          </a:p>
          <a:p>
            <a:r>
              <a:t>proof_object_required: True</a:t>
            </a:r>
          </a:p>
          <a:p>
            <a:r>
              <a:t>proof_object_screen_position: center_large</a:t>
            </a:r>
          </a:p>
          <a:p>
            <a:r>
              <a:t>manual_placeholder_hidden: False</a:t>
            </a:r>
          </a:p>
          <a:p/>
          <a:p>
            <a:r>
              <a:t>screen_body_lines:</a:t>
            </a:r>
          </a:p>
          <a:p>
            <a:r>
              <a:t>[]</a:t>
            </a:r>
          </a:p>
          <a:p>
            <a:r>
              <a:t>overflow_body_lines:</a:t>
            </a:r>
          </a:p>
          <a:p>
            <a:r>
              <a:t>[</a:t>
            </a:r>
          </a:p>
          <a:p>
            <a:r>
              <a:t>  "AI가 많은 정보를 설명할 수 있다면, 수업은 무엇을 외웠나보다 어떻게 확인했나를 더 물어야 할 수 있다",</a:t>
            </a:r>
          </a:p>
          <a:p>
            <a:r>
              <a:t>  "OECD와 UNESCO 자료는 AI 교육을 교수 원칙과 학생 역량의 문제로 다룬다",</a:t>
            </a:r>
          </a:p>
          <a:p>
            <a:r>
              <a:t>  "다만 교육 효과는 아직 단정하지 않고, 수업 설계의 과제로 남긴다"</a:t>
            </a:r>
          </a:p>
          <a:p>
            <a:r>
              <a:t>]</a:t>
            </a:r>
          </a:p>
          <a:p/>
          <a:p>
            <a:r>
              <a:t>source_urls:</a:t>
            </a:r>
          </a:p>
          <a:p>
            <a:r>
              <a:t>- https://www.oecd.org/en/publications/oecd-digital-education-outlook-2026_062a7394-en.html</a:t>
            </a:r>
          </a:p>
          <a:p>
            <a:r>
              <a:t>- https://www.unesco.org/en/articles/ai-competency-framework-students</a:t>
            </a:r>
          </a:p>
          <a:p/>
          <a:p>
            <a:r>
              <a:t>source_refs:</a:t>
            </a:r>
          </a:p>
          <a:p>
            <a:r>
              <a:t>[</a:t>
            </a:r>
          </a:p>
          <a:p>
            <a:r>
              <a:t>  {</a:t>
            </a:r>
          </a:p>
          <a:p>
            <a:r>
              <a:t>    "url": "https://www.oecd.org/en/publications/oecd-digital-education-outlook-2026_062a7394-en.html",</a:t>
            </a:r>
          </a:p>
          <a:p>
            <a:r>
              <a:t>    "role": "source_context",</a:t>
            </a:r>
          </a:p>
          <a:p>
            <a:r>
              <a:t>    "use": "Source URL carried from Anny storyline.",</a:t>
            </a:r>
          </a:p>
          <a:p>
            <a:r>
              <a:t>    "confidence": "medium",</a:t>
            </a:r>
          </a:p>
          <a:p>
            <a:r>
              <a:t>    "manual_check_required": true</a:t>
            </a:r>
          </a:p>
          <a:p>
            <a:r>
              <a:t>  },</a:t>
            </a:r>
          </a:p>
          <a:p>
            <a:r>
              <a:t>  {</a:t>
            </a:r>
          </a:p>
          <a:p>
            <a:r>
              <a:t>    "url": "https://www.unesco.org/en/articles/ai-competency-framework-students",</a:t>
            </a:r>
          </a:p>
          <a:p>
            <a:r>
              <a:t>    "role": "source_context",</a:t>
            </a:r>
          </a:p>
          <a:p>
            <a:r>
              <a:t>    "use": "Source URL carried from Anny storyline.",</a:t>
            </a:r>
          </a:p>
          <a:p>
            <a:r>
              <a:t>    "confidence": "medium",</a:t>
            </a:r>
          </a:p>
          <a:p>
            <a:r>
              <a:t>    "manual_check_required": true</a:t>
            </a:r>
          </a:p>
          <a:p>
            <a:r>
              <a:t>  }</a:t>
            </a:r>
          </a:p>
          <a:p>
            <a:r>
              <a:t>]</a:t>
            </a:r>
          </a:p>
          <a:p>
            <a:r>
              <a:t>image_urls:</a:t>
            </a:r>
          </a:p>
          <a:p/>
          <a:p>
            <a:r>
              <a:t>flags:</a:t>
            </a:r>
          </a:p>
          <a:p>
            <a:r>
              <a:t>- needs_source: False</a:t>
            </a:r>
          </a:p>
          <a:p>
            <a:r>
              <a:t>- needs_fact_check: True</a:t>
            </a:r>
          </a:p>
          <a:p>
            <a:r>
              <a:t>- required_before_broadcast: False</a:t>
            </a:r>
          </a:p>
          <a:p>
            <a:r>
              <a:t>- copyright_risk: False</a:t>
            </a:r>
          </a:p>
          <a:p/>
          <a:p>
            <a:r>
              <a:t>visual_plan:</a:t>
            </a:r>
          </a:p>
          <a:p>
            <a:r>
              <a:t>{</a:t>
            </a:r>
          </a:p>
          <a:p>
            <a:r>
              <a:t>  "kind": "diagram",</a:t>
            </a:r>
          </a:p>
          <a:p>
            <a:r>
              <a:t>  "description": "Diagram nodes/edges provided for editable scaffold.",</a:t>
            </a:r>
          </a:p>
          <a:p>
            <a:r>
              <a:t>  "source_note": "https://www.oecd.org/en/publications/oecd-digital-education-outlook-2026_062a7394-en.html",</a:t>
            </a:r>
          </a:p>
          <a:p>
            <a:r>
              <a:t>  "copyright_risk": false,</a:t>
            </a:r>
          </a:p>
          <a:p>
            <a:r>
              <a:t>  "manual_check_required": true,</a:t>
            </a:r>
          </a:p>
          <a:p>
            <a:r>
              <a:t>  "prompt_if_ai_image": null</a:t>
            </a:r>
          </a:p>
          <a:p>
            <a:r>
              <a:t>}</a:t>
            </a:r>
          </a:p>
          <a:p/>
          <a:p>
            <a:r>
              <a:t>proof_object:</a:t>
            </a:r>
          </a:p>
          <a:p>
            <a:r>
              <a:t>{</a:t>
            </a:r>
          </a:p>
          <a:p>
            <a:r>
              <a:t>  "type": "diagram",</a:t>
            </a:r>
          </a:p>
          <a:p>
            <a:r>
              <a:t>  "required": true,</a:t>
            </a:r>
          </a:p>
          <a:p>
            <a:r>
              <a:t>  "screen_position": "center_large",</a:t>
            </a:r>
          </a:p>
          <a:p>
            <a:r>
              <a:t>  "display_label": "[도식]",</a:t>
            </a:r>
          </a:p>
          <a:p>
            <a:r>
              <a:t>  "source_url": "https://www.oecd.org/en/publications/oecd-digital-education-outlook-2026_062a7394-en.html",</a:t>
            </a:r>
          </a:p>
          <a:p>
            <a:r>
              <a:t>  "image_url": null,</a:t>
            </a:r>
          </a:p>
          <a:p>
            <a:r>
              <a:t>  "copyright_risk": false,</a:t>
            </a:r>
          </a:p>
          <a:p>
            <a:r>
              <a:t>  "manual_insert_required": true,</a:t>
            </a:r>
          </a:p>
          <a:p>
            <a:r>
              <a:t>  "source_name": "OECD",</a:t>
            </a:r>
          </a:p>
          <a:p>
            <a:r>
              <a:t>  "display_title": null,</a:t>
            </a:r>
          </a:p>
          <a:p>
            <a:r>
              <a:t>  "quote_text": null,</a:t>
            </a:r>
          </a:p>
          <a:p>
            <a:r>
              <a:t>  "quote_translation": null,</a:t>
            </a:r>
          </a:p>
          <a:p>
            <a:r>
              <a:t>  "chart_title": null,</a:t>
            </a:r>
          </a:p>
          <a:p>
            <a:r>
              <a:t>  "chart_source_label": null,</a:t>
            </a:r>
          </a:p>
          <a:p>
            <a:r>
              <a:t>  "data_hint": null,</a:t>
            </a:r>
          </a:p>
          <a:p>
            <a:r>
              <a:t>  "diagram_nodes": [</a:t>
            </a:r>
          </a:p>
          <a:p>
            <a:r>
              <a:t>    "답 제공",</a:t>
            </a:r>
          </a:p>
          <a:p>
            <a:r>
              <a:t>    "질문 훈련",</a:t>
            </a:r>
          </a:p>
          <a:p>
            <a:r>
              <a:t>    "검증",</a:t>
            </a:r>
          </a:p>
          <a:p>
            <a:r>
              <a:t>    "맥락"</a:t>
            </a:r>
          </a:p>
          <a:p>
            <a:r>
              <a:t>  ],</a:t>
            </a:r>
          </a:p>
          <a:p>
            <a:r>
              <a:t>  "diagram_edges": [</a:t>
            </a:r>
          </a:p>
          <a:p>
            <a:r>
              <a:t>    {</a:t>
            </a:r>
          </a:p>
          <a:p>
            <a:r>
              <a:t>      "from": "답 제공",</a:t>
            </a:r>
          </a:p>
          <a:p>
            <a:r>
              <a:t>      "to": "질문 훈련",</a:t>
            </a:r>
          </a:p>
          <a:p>
            <a:r>
              <a:t>      "label": "역할 변화"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"from": "질문 훈련",</a:t>
            </a:r>
          </a:p>
          <a:p>
            <a:r>
              <a:t>      "to": "검증",</a:t>
            </a:r>
          </a:p>
          <a:p>
            <a:r>
              <a:t>      "label": "확인"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"from": "검증",</a:t>
            </a:r>
          </a:p>
          <a:p>
            <a:r>
              <a:t>      "to": "맥락",</a:t>
            </a:r>
          </a:p>
          <a:p>
            <a:r>
              <a:t>      "label": "이해"</a:t>
            </a:r>
          </a:p>
          <a:p>
            <a:r>
              <a:t>    }</a:t>
            </a:r>
          </a:p>
          <a:p>
            <a:r>
              <a:t>  ],</a:t>
            </a:r>
          </a:p>
          <a:p>
            <a:r>
              <a:t>  "placeholder_reason": "Diagram nodes/edges provided for editable scaffold."</a:t>
            </a:r>
          </a:p>
          <a:p>
            <a:r>
              <a:t>}</a:t>
            </a:r>
          </a:p>
          <a:p/>
          <a:p>
            <a:r>
              <a:t>edit_notes:</a:t>
            </a:r>
          </a:p>
          <a:p>
            <a:r>
              <a:t>- Manual fact-check required before broadcast.</a:t>
            </a:r>
          </a:p>
          <a:p/>
          <a:p>
            <a:r>
              <a:t>speaker_notes:</a:t>
            </a:r>
          </a:p>
          <a:p>
            <a:r>
              <a:t>[근거] OECD Digital Education Outlook, UNESCO AI Competency Framework. [주의] 교육 효과/인지 변화는 needs_fact_check 유지.</a:t>
            </a:r>
          </a:p>
          <a:p>
            <a:r>
              <a:t>[overflow_notes]</a:t>
            </a:r>
          </a:p>
          <a:p>
            <a:r>
              <a:t>AI가 많은 정보를 설명할 수 있다면, 수업은 무엇을 외웠나보다 어떻게 확인했나를 더 물어야 할 수 있다</a:t>
            </a:r>
          </a:p>
          <a:p>
            <a:r>
              <a:t>OECD와 UNESCO 자료는 AI 교육을 교수 원칙과 학생 역량의 문제로 다룬다</a:t>
            </a:r>
          </a:p>
          <a:p>
            <a:r>
              <a:t>다만 교육 효과는 아직 단정하지 않고, 수업 설계의 과제로 남긴다</a:t>
            </a:r>
          </a:p>
          <a:p>
            <a:r>
              <a:t>[source_ref] source_context | Source URL carried from Anny storyline. | https://www.oecd.org/en/publications/oecd-digital-education-outlook-2026_062a7394-en.html</a:t>
            </a:r>
          </a:p>
          <a:p>
            <a:r>
              <a:t>[source_ref] source_context | Source URL carried from Anny storyline. | https://www.unesco.org/en/articles/ai-competency-framework-students</a:t>
            </a:r>
          </a:p>
          <a:p>
            <a:r>
              <a:t>[check] needs_fact_check=true</a:t>
            </a:r>
          </a:p>
          <a:p>
            <a:r>
              <a:t>[overflow_notes]</a:t>
            </a:r>
          </a:p>
          <a:p>
            <a:r>
              <a:t>AI가 많은 정보를 설명할 수 있다면, 수업은 무엇을 외웠나보다 어떻게 확인했나를 더 물어야 할 수 있다</a:t>
            </a:r>
          </a:p>
          <a:p>
            <a:r>
              <a:t>OECD와 UNESCO 자료는 AI 교육을 교수 원칙과 학생 역량의 문제로 다룬다</a:t>
            </a:r>
          </a:p>
          <a:p>
            <a:r>
              <a:t>다만 교육 효과는 아직 단정하지 않고, 수업 설계의 과제로 남긴다</a:t>
            </a:r>
          </a:p>
          <a:p>
            <a:r>
              <a:t>[source_refs]</a:t>
            </a:r>
          </a:p>
          <a:p>
            <a:r>
              <a:t>[</a:t>
            </a:r>
          </a:p>
          <a:p>
            <a:r>
              <a:t>  {</a:t>
            </a:r>
          </a:p>
          <a:p>
            <a:r>
              <a:t>    "url": "https://www.oecd.org/en/publications/oecd-digital-education-outlook-2026_062a7394-en.html",</a:t>
            </a:r>
          </a:p>
          <a:p>
            <a:r>
              <a:t>    "role": "source_context",</a:t>
            </a:r>
          </a:p>
          <a:p>
            <a:r>
              <a:t>    "use": "Source URL carried from Anny storyline.",</a:t>
            </a:r>
          </a:p>
          <a:p>
            <a:r>
              <a:t>    "confidence": "medium",</a:t>
            </a:r>
          </a:p>
          <a:p>
            <a:r>
              <a:t>    "manual_check_required": true</a:t>
            </a:r>
          </a:p>
          <a:p>
            <a:r>
              <a:t>  },</a:t>
            </a:r>
          </a:p>
          <a:p>
            <a:r>
              <a:t>  {</a:t>
            </a:r>
          </a:p>
          <a:p>
            <a:r>
              <a:t>    "url": "https://www.unesco.org/en/articles/ai-competency-framework-students",</a:t>
            </a:r>
          </a:p>
          <a:p>
            <a:r>
              <a:t>    "role": "source_context",</a:t>
            </a:r>
          </a:p>
          <a:p>
            <a:r>
              <a:t>    "use": "Source URL carried from Anny storyline.",</a:t>
            </a:r>
          </a:p>
          <a:p>
            <a:r>
              <a:t>    "confidence": "medium",</a:t>
            </a:r>
          </a:p>
          <a:p>
            <a:r>
              <a:t>    "manual_check_required": true</a:t>
            </a:r>
          </a:p>
          <a:p>
            <a:r>
              <a:t>  }</a:t>
            </a:r>
          </a:p>
          <a:p>
            <a:r>
              <a:t>]</a:t>
            </a:r>
          </a:p>
          <a:p>
            <a:r>
              <a:t>[proof_object]</a:t>
            </a:r>
          </a:p>
          <a:p>
            <a:r>
              <a:t>{</a:t>
            </a:r>
          </a:p>
          <a:p>
            <a:r>
              <a:t>  "type": "diagram",</a:t>
            </a:r>
          </a:p>
          <a:p>
            <a:r>
              <a:t>  "screen_position": "center_large",</a:t>
            </a:r>
          </a:p>
          <a:p>
            <a:r>
              <a:t>  "source_name": "OECD",</a:t>
            </a:r>
          </a:p>
          <a:p>
            <a:r>
              <a:t>  "display_title": null,</a:t>
            </a:r>
          </a:p>
          <a:p>
            <a:r>
              <a:t>  "quote_text": null,</a:t>
            </a:r>
          </a:p>
          <a:p>
            <a:r>
              <a:t>  "quote_translation": null,</a:t>
            </a:r>
          </a:p>
          <a:p>
            <a:r>
              <a:t>  "source_url": "https://www.oecd.org/en/publications/oecd-digital-education-outlook-2026_062a7394-en.html",</a:t>
            </a:r>
          </a:p>
          <a:p>
            <a:r>
              <a:t>  "image_url": null,</a:t>
            </a:r>
          </a:p>
          <a:p>
            <a:r>
              <a:t>  "chart_title": null,</a:t>
            </a:r>
          </a:p>
          <a:p>
            <a:r>
              <a:t>  "chart_source_label": null,</a:t>
            </a:r>
          </a:p>
          <a:p>
            <a:r>
              <a:t>  "data_hint": null,</a:t>
            </a:r>
          </a:p>
          <a:p>
            <a:r>
              <a:t>  "diagram_nodes": [</a:t>
            </a:r>
          </a:p>
          <a:p>
            <a:r>
              <a:t>    "답 제공",</a:t>
            </a:r>
          </a:p>
          <a:p>
            <a:r>
              <a:t>    "질문 훈련",</a:t>
            </a:r>
          </a:p>
          <a:p>
            <a:r>
              <a:t>    "검증",</a:t>
            </a:r>
          </a:p>
          <a:p>
            <a:r>
              <a:t>    "맥락"</a:t>
            </a:r>
          </a:p>
          <a:p>
            <a:r>
              <a:t>  ],</a:t>
            </a:r>
          </a:p>
          <a:p>
            <a:r>
              <a:t>  "diagram_edges": [</a:t>
            </a:r>
          </a:p>
          <a:p>
            <a:r>
              <a:t>    {</a:t>
            </a:r>
          </a:p>
          <a:p>
            <a:r>
              <a:t>      "from": "답 제공",</a:t>
            </a:r>
          </a:p>
          <a:p>
            <a:r>
              <a:t>      "to": "질문 훈련",</a:t>
            </a:r>
          </a:p>
          <a:p>
            <a:r>
              <a:t>      "label": "역할 변화"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"from": "질문 훈련",</a:t>
            </a:r>
          </a:p>
          <a:p>
            <a:r>
              <a:t>      "to": "검증",</a:t>
            </a:r>
          </a:p>
          <a:p>
            <a:r>
              <a:t>      "label": "확인"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"from": "검증",</a:t>
            </a:r>
          </a:p>
          <a:p>
            <a:r>
              <a:t>      "to": "맥락",</a:t>
            </a:r>
          </a:p>
          <a:p>
            <a:r>
              <a:t>      "label": "이해"</a:t>
            </a:r>
          </a:p>
          <a:p>
            <a:r>
              <a:t>    }</a:t>
            </a:r>
          </a:p>
          <a:p>
            <a:r>
              <a:t>  ],</a:t>
            </a:r>
          </a:p>
          <a:p>
            <a:r>
              <a:t>  "placeholder_reason": "Diagram nodes/edges provided for editable scaffold.",</a:t>
            </a:r>
          </a:p>
          <a:p>
            <a:r>
              <a:t>  "manual_insert_required": true,</a:t>
            </a:r>
          </a:p>
          <a:p>
            <a:r>
              <a:t>  "copyright_risk": false</a:t>
            </a:r>
          </a:p>
          <a:p>
            <a:r>
              <a:t>}</a:t>
            </a:r>
          </a:p>
          <a:p>
            <a:r>
              <a:t>[editor_instruction]</a:t>
            </a:r>
          </a:p>
          <a:p>
            <a:r>
              <a:t>Manual fact-check required before broadcast.</a:t>
            </a:r>
          </a:p>
          <a:p>
            <a:r>
              <a:t>[risk_flags]</a:t>
            </a:r>
          </a:p>
          <a:p>
            <a:r>
              <a:t>[</a:t>
            </a:r>
          </a:p>
          <a:p>
            <a:r>
              <a:t>  "single_source_dependency"</a:t>
            </a:r>
          </a:p>
          <a:p>
            <a:r>
              <a:t>]</a:t>
            </a:r>
          </a:p>
          <a:p/>
          <a:p>
            <a:r>
              <a:t>risk_flags:</a:t>
            </a:r>
          </a:p>
          <a:p>
            <a:r>
              <a:t>[</a:t>
            </a:r>
          </a:p>
          <a:p>
            <a:r>
              <a:t>  "single_source_dependency"</a:t>
            </a:r>
          </a:p>
          <a:p>
            <a:r>
              <a:t>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slide_no: 15</a:t>
            </a:r>
          </a:p>
          <a:p>
            <a:r>
              <a:t>layout_type: comparison</a:t>
            </a:r>
          </a:p>
          <a:p>
            <a:r>
              <a:t>style_profile_loaded: True</a:t>
            </a:r>
          </a:p>
          <a:p>
            <a:r>
              <a:t>style_profile_path: data/style_profiles/syukaworld_ppt_style_profile.json</a:t>
            </a:r>
          </a:p>
          <a:p>
            <a:r>
              <a:t>applied_font_family: 맑은 고딕</a:t>
            </a:r>
          </a:p>
          <a:p>
            <a:r>
              <a:t>applied_fallback_font: Malgun Gothic</a:t>
            </a:r>
          </a:p>
          <a:p>
            <a:r>
              <a:t>source_slide_refs: [</a:t>
            </a:r>
          </a:p>
          <a:p>
            <a:r>
              <a:t>  15</a:t>
            </a:r>
          </a:p>
          <a:p>
            <a:r>
              <a:t>]</a:t>
            </a:r>
          </a:p>
          <a:p>
            <a:r>
              <a:t>proof_object_type: diagram</a:t>
            </a:r>
          </a:p>
          <a:p>
            <a:r>
              <a:t>proof_object_required: True</a:t>
            </a:r>
          </a:p>
          <a:p>
            <a:r>
              <a:t>proof_object_screen_position: center_large</a:t>
            </a:r>
          </a:p>
          <a:p>
            <a:r>
              <a:t>manual_placeholder_hidden: False</a:t>
            </a:r>
          </a:p>
          <a:p/>
          <a:p>
            <a:r>
              <a:t>screen_body_lines:</a:t>
            </a:r>
          </a:p>
          <a:p>
            <a:r>
              <a:t>[]</a:t>
            </a:r>
          </a:p>
          <a:p>
            <a:r>
              <a:t>overflow_body_lines:</a:t>
            </a:r>
          </a:p>
          <a:p>
            <a:r>
              <a:t>[</a:t>
            </a:r>
          </a:p>
          <a:p>
            <a:r>
              <a:t>  "설명 자체는 AI도 해줄 수 있다",</a:t>
            </a:r>
          </a:p>
          <a:p>
            <a:r>
              <a:t>  "그렇다면 박물관·과학관은 맥락, 경험, 질문, 토론을 더 강조해야 할 수 있다",</a:t>
            </a:r>
          </a:p>
          <a:p>
            <a:r>
              <a:t>  "국립과학관 AI 전시 사례는 기술을 체험형 맥락으로 보여주는 보조 사례로만 사용한다"</a:t>
            </a:r>
          </a:p>
          <a:p>
            <a:r>
              <a:t>]</a:t>
            </a:r>
          </a:p>
          <a:p/>
          <a:p>
            <a:r>
              <a:t>source_urls:</a:t>
            </a:r>
          </a:p>
          <a:p>
            <a:r>
              <a:t>- https://www.unesco.org/en/articles/ai-competency-framework-students</a:t>
            </a:r>
          </a:p>
          <a:p>
            <a:r>
              <a:t>- https://www.science.go.kr/eps/cntnts/772/moveCntnts.do</a:t>
            </a:r>
          </a:p>
          <a:p/>
          <a:p>
            <a:r>
              <a:t>source_refs:</a:t>
            </a:r>
          </a:p>
          <a:p>
            <a:r>
              <a:t>[</a:t>
            </a:r>
          </a:p>
          <a:p>
            <a:r>
              <a:t>  {</a:t>
            </a:r>
          </a:p>
          <a:p>
            <a:r>
              <a:t>    "url": "https://www.unesco.org/en/articles/ai-competency-framework-students",</a:t>
            </a:r>
          </a:p>
          <a:p>
            <a:r>
              <a:t>    "role": "source_context",</a:t>
            </a:r>
          </a:p>
          <a:p>
            <a:r>
              <a:t>    "use": "Source URL carried from Anny storyline.",</a:t>
            </a:r>
          </a:p>
          <a:p>
            <a:r>
              <a:t>    "confidence": "medium",</a:t>
            </a:r>
          </a:p>
          <a:p>
            <a:r>
              <a:t>    "manual_check_required": true</a:t>
            </a:r>
          </a:p>
          <a:p>
            <a:r>
              <a:t>  },</a:t>
            </a:r>
          </a:p>
          <a:p>
            <a:r>
              <a:t>  {</a:t>
            </a:r>
          </a:p>
          <a:p>
            <a:r>
              <a:t>    "url": "https://www.science.go.kr/eps/cntnts/772/moveCntnts.do",</a:t>
            </a:r>
          </a:p>
          <a:p>
            <a:r>
              <a:t>    "role": "source_context",</a:t>
            </a:r>
          </a:p>
          <a:p>
            <a:r>
              <a:t>    "use": "Source URL carried from Anny storyline.",</a:t>
            </a:r>
          </a:p>
          <a:p>
            <a:r>
              <a:t>    "confidence": "medium",</a:t>
            </a:r>
          </a:p>
          <a:p>
            <a:r>
              <a:t>    "manual_check_required": true</a:t>
            </a:r>
          </a:p>
          <a:p>
            <a:r>
              <a:t>  }</a:t>
            </a:r>
          </a:p>
          <a:p>
            <a:r>
              <a:t>]</a:t>
            </a:r>
          </a:p>
          <a:p>
            <a:r>
              <a:t>image_urls:</a:t>
            </a:r>
          </a:p>
          <a:p/>
          <a:p>
            <a:r>
              <a:t>flags:</a:t>
            </a:r>
          </a:p>
          <a:p>
            <a:r>
              <a:t>- needs_source: False</a:t>
            </a:r>
          </a:p>
          <a:p>
            <a:r>
              <a:t>- needs_fact_check: True</a:t>
            </a:r>
          </a:p>
          <a:p>
            <a:r>
              <a:t>- required_before_broadcast: False</a:t>
            </a:r>
          </a:p>
          <a:p>
            <a:r>
              <a:t>- copyright_risk: False</a:t>
            </a:r>
          </a:p>
          <a:p/>
          <a:p>
            <a:r>
              <a:t>visual_plan:</a:t>
            </a:r>
          </a:p>
          <a:p>
            <a:r>
              <a:t>{</a:t>
            </a:r>
          </a:p>
          <a:p>
            <a:r>
              <a:t>  "kind": "diagram",</a:t>
            </a:r>
          </a:p>
          <a:p>
            <a:r>
              <a:t>  "description": "Diagram nodes/edges provided for editable scaffold.",</a:t>
            </a:r>
          </a:p>
          <a:p>
            <a:r>
              <a:t>  "source_note": "https://www.unesco.org/en/articles/ai-competency-framework-students",</a:t>
            </a:r>
          </a:p>
          <a:p>
            <a:r>
              <a:t>  "copyright_risk": false,</a:t>
            </a:r>
          </a:p>
          <a:p>
            <a:r>
              <a:t>  "manual_check_required": true,</a:t>
            </a:r>
          </a:p>
          <a:p>
            <a:r>
              <a:t>  "prompt_if_ai_image": null</a:t>
            </a:r>
          </a:p>
          <a:p>
            <a:r>
              <a:t>}</a:t>
            </a:r>
          </a:p>
          <a:p/>
          <a:p>
            <a:r>
              <a:t>proof_object:</a:t>
            </a:r>
          </a:p>
          <a:p>
            <a:r>
              <a:t>{</a:t>
            </a:r>
          </a:p>
          <a:p>
            <a:r>
              <a:t>  "type": "diagram",</a:t>
            </a:r>
          </a:p>
          <a:p>
            <a:r>
              <a:t>  "required": true,</a:t>
            </a:r>
          </a:p>
          <a:p>
            <a:r>
              <a:t>  "screen_position": "center_large",</a:t>
            </a:r>
          </a:p>
          <a:p>
            <a:r>
              <a:t>  "display_label": "[도식]",</a:t>
            </a:r>
          </a:p>
          <a:p>
            <a:r>
              <a:t>  "source_url": "https://www.unesco.org/en/articles/ai-competency-framework-students",</a:t>
            </a:r>
          </a:p>
          <a:p>
            <a:r>
              <a:t>  "image_url": null,</a:t>
            </a:r>
          </a:p>
          <a:p>
            <a:r>
              <a:t>  "copyright_risk": false,</a:t>
            </a:r>
          </a:p>
          <a:p>
            <a:r>
              <a:t>  "manual_insert_required": true,</a:t>
            </a:r>
          </a:p>
          <a:p>
            <a:r>
              <a:t>  "source_name": "UNESCO",</a:t>
            </a:r>
          </a:p>
          <a:p>
            <a:r>
              <a:t>  "display_title": null,</a:t>
            </a:r>
          </a:p>
          <a:p>
            <a:r>
              <a:t>  "quote_text": null,</a:t>
            </a:r>
          </a:p>
          <a:p>
            <a:r>
              <a:t>  "quote_translation": null,</a:t>
            </a:r>
          </a:p>
          <a:p>
            <a:r>
              <a:t>  "chart_title": null,</a:t>
            </a:r>
          </a:p>
          <a:p>
            <a:r>
              <a:t>  "chart_source_label": null,</a:t>
            </a:r>
          </a:p>
          <a:p>
            <a:r>
              <a:t>  "data_hint": null,</a:t>
            </a:r>
          </a:p>
          <a:p>
            <a:r>
              <a:t>  "diagram_nodes": [</a:t>
            </a:r>
          </a:p>
          <a:p>
            <a:r>
              <a:t>    "답 제공",</a:t>
            </a:r>
          </a:p>
          <a:p>
            <a:r>
              <a:t>    "질문 훈련",</a:t>
            </a:r>
          </a:p>
          <a:p>
            <a:r>
              <a:t>    "검증",</a:t>
            </a:r>
          </a:p>
          <a:p>
            <a:r>
              <a:t>    "맥락"</a:t>
            </a:r>
          </a:p>
          <a:p>
            <a:r>
              <a:t>  ],</a:t>
            </a:r>
          </a:p>
          <a:p>
            <a:r>
              <a:t>  "diagram_edges": [</a:t>
            </a:r>
          </a:p>
          <a:p>
            <a:r>
              <a:t>    {</a:t>
            </a:r>
          </a:p>
          <a:p>
            <a:r>
              <a:t>      "from": "답 제공",</a:t>
            </a:r>
          </a:p>
          <a:p>
            <a:r>
              <a:t>      "to": "질문 훈련",</a:t>
            </a:r>
          </a:p>
          <a:p>
            <a:r>
              <a:t>      "label": "역할 변화"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"from": "질문 훈련",</a:t>
            </a:r>
          </a:p>
          <a:p>
            <a:r>
              <a:t>      "to": "검증",</a:t>
            </a:r>
          </a:p>
          <a:p>
            <a:r>
              <a:t>      "label": "확인"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"from": "검증",</a:t>
            </a:r>
          </a:p>
          <a:p>
            <a:r>
              <a:t>      "to": "맥락",</a:t>
            </a:r>
          </a:p>
          <a:p>
            <a:r>
              <a:t>      "label": "이해"</a:t>
            </a:r>
          </a:p>
          <a:p>
            <a:r>
              <a:t>    }</a:t>
            </a:r>
          </a:p>
          <a:p>
            <a:r>
              <a:t>  ],</a:t>
            </a:r>
          </a:p>
          <a:p>
            <a:r>
              <a:t>  "placeholder_reason": "Diagram nodes/edges provided for editable scaffold."</a:t>
            </a:r>
          </a:p>
          <a:p>
            <a:r>
              <a:t>}</a:t>
            </a:r>
          </a:p>
          <a:p/>
          <a:p>
            <a:r>
              <a:t>edit_notes:</a:t>
            </a:r>
          </a:p>
          <a:p>
            <a:r>
              <a:t>- Manual fact-check required before broadcast.</a:t>
            </a:r>
          </a:p>
          <a:p/>
          <a:p>
            <a:r>
              <a:t>speaker_notes:</a:t>
            </a:r>
          </a:p>
          <a:p>
            <a:r>
              <a:t>[근거] UNESCO AI Competency Framework. [기관사례] National Science Museum AI exhibition page. [주의] 모든 박물관 변화로 일반화 금지.</a:t>
            </a:r>
          </a:p>
          <a:p>
            <a:r>
              <a:t>[overflow_notes]</a:t>
            </a:r>
          </a:p>
          <a:p>
            <a:r>
              <a:t>설명 자체는 AI도 해줄 수 있다</a:t>
            </a:r>
          </a:p>
          <a:p>
            <a:r>
              <a:t>그렇다면 박물관·과학관은 맥락, 경험, 질문, 토론을 더 강조해야 할 수 있다</a:t>
            </a:r>
          </a:p>
          <a:p>
            <a:r>
              <a:t>국립과학관 AI 전시 사례는 기술을 체험형 맥락으로 보여주는 보조 사례로만 사용한다</a:t>
            </a:r>
          </a:p>
          <a:p>
            <a:r>
              <a:t>[source_ref] source_context | Source URL carried from Anny storyline. | https://www.unesco.org/en/articles/ai-competency-framework-students</a:t>
            </a:r>
          </a:p>
          <a:p>
            <a:r>
              <a:t>[source_ref] source_context | Source URL carried from Anny storyline. | https://www.science.go.kr/eps/cntnts/772/moveCntnts.do</a:t>
            </a:r>
          </a:p>
          <a:p>
            <a:r>
              <a:t>[check] needs_fact_check=true</a:t>
            </a:r>
          </a:p>
          <a:p>
            <a:r>
              <a:t>[overflow_notes]</a:t>
            </a:r>
          </a:p>
          <a:p>
            <a:r>
              <a:t>설명 자체는 AI도 해줄 수 있다</a:t>
            </a:r>
          </a:p>
          <a:p>
            <a:r>
              <a:t>그렇다면 박물관·과학관은 맥락, 경험, 질문, 토론을 더 강조해야 할 수 있다</a:t>
            </a:r>
          </a:p>
          <a:p>
            <a:r>
              <a:t>국립과학관 AI 전시 사례는 기술을 체험형 맥락으로 보여주는 보조 사례로만 사용한다</a:t>
            </a:r>
          </a:p>
          <a:p>
            <a:r>
              <a:t>[source_refs]</a:t>
            </a:r>
          </a:p>
          <a:p>
            <a:r>
              <a:t>[</a:t>
            </a:r>
          </a:p>
          <a:p>
            <a:r>
              <a:t>  {</a:t>
            </a:r>
          </a:p>
          <a:p>
            <a:r>
              <a:t>    "url": "https://www.unesco.org/en/articles/ai-competency-framework-students",</a:t>
            </a:r>
          </a:p>
          <a:p>
            <a:r>
              <a:t>    "role": "source_context",</a:t>
            </a:r>
          </a:p>
          <a:p>
            <a:r>
              <a:t>    "use": "Source URL carried from Anny storyline.",</a:t>
            </a:r>
          </a:p>
          <a:p>
            <a:r>
              <a:t>    "confidence": "medium",</a:t>
            </a:r>
          </a:p>
          <a:p>
            <a:r>
              <a:t>    "manual_check_required": true</a:t>
            </a:r>
          </a:p>
          <a:p>
            <a:r>
              <a:t>  },</a:t>
            </a:r>
          </a:p>
          <a:p>
            <a:r>
              <a:t>  {</a:t>
            </a:r>
          </a:p>
          <a:p>
            <a:r>
              <a:t>    "url": "https://www.science.go.kr/eps/cntnts/772/moveCntnts.do",</a:t>
            </a:r>
          </a:p>
          <a:p>
            <a:r>
              <a:t>    "role": "source_context",</a:t>
            </a:r>
          </a:p>
          <a:p>
            <a:r>
              <a:t>    "use": "Source URL carried from Anny storyline.",</a:t>
            </a:r>
          </a:p>
          <a:p>
            <a:r>
              <a:t>    "confidence": "medium",</a:t>
            </a:r>
          </a:p>
          <a:p>
            <a:r>
              <a:t>    "manual_check_required": true</a:t>
            </a:r>
          </a:p>
          <a:p>
            <a:r>
              <a:t>  }</a:t>
            </a:r>
          </a:p>
          <a:p>
            <a:r>
              <a:t>]</a:t>
            </a:r>
          </a:p>
          <a:p>
            <a:r>
              <a:t>[proof_object]</a:t>
            </a:r>
          </a:p>
          <a:p>
            <a:r>
              <a:t>{</a:t>
            </a:r>
          </a:p>
          <a:p>
            <a:r>
              <a:t>  "type": "diagram",</a:t>
            </a:r>
          </a:p>
          <a:p>
            <a:r>
              <a:t>  "screen_position": "center_large",</a:t>
            </a:r>
          </a:p>
          <a:p>
            <a:r>
              <a:t>  "source_name": "UNESCO",</a:t>
            </a:r>
          </a:p>
          <a:p>
            <a:r>
              <a:t>  "display_title": null,</a:t>
            </a:r>
          </a:p>
          <a:p>
            <a:r>
              <a:t>  "quote_text": null,</a:t>
            </a:r>
          </a:p>
          <a:p>
            <a:r>
              <a:t>  "quote_translation": null,</a:t>
            </a:r>
          </a:p>
          <a:p>
            <a:r>
              <a:t>  "source_url": "https://www.unesco.org/en/articles/ai-competency-framework-students",</a:t>
            </a:r>
          </a:p>
          <a:p>
            <a:r>
              <a:t>  "image_url": null,</a:t>
            </a:r>
          </a:p>
          <a:p>
            <a:r>
              <a:t>  "chart_title": null,</a:t>
            </a:r>
          </a:p>
          <a:p>
            <a:r>
              <a:t>  "chart_source_label": null,</a:t>
            </a:r>
          </a:p>
          <a:p>
            <a:r>
              <a:t>  "data_hint": null,</a:t>
            </a:r>
          </a:p>
          <a:p>
            <a:r>
              <a:t>  "diagram_nodes": [</a:t>
            </a:r>
          </a:p>
          <a:p>
            <a:r>
              <a:t>    "답 제공",</a:t>
            </a:r>
          </a:p>
          <a:p>
            <a:r>
              <a:t>    "질문 훈련",</a:t>
            </a:r>
          </a:p>
          <a:p>
            <a:r>
              <a:t>    "검증",</a:t>
            </a:r>
          </a:p>
          <a:p>
            <a:r>
              <a:t>    "맥락"</a:t>
            </a:r>
          </a:p>
          <a:p>
            <a:r>
              <a:t>  ],</a:t>
            </a:r>
          </a:p>
          <a:p>
            <a:r>
              <a:t>  "diagram_edges": [</a:t>
            </a:r>
          </a:p>
          <a:p>
            <a:r>
              <a:t>    {</a:t>
            </a:r>
          </a:p>
          <a:p>
            <a:r>
              <a:t>      "from": "답 제공",</a:t>
            </a:r>
          </a:p>
          <a:p>
            <a:r>
              <a:t>      "to": "질문 훈련",</a:t>
            </a:r>
          </a:p>
          <a:p>
            <a:r>
              <a:t>      "label": "역할 변화"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"from": "질문 훈련",</a:t>
            </a:r>
          </a:p>
          <a:p>
            <a:r>
              <a:t>      "to": "검증",</a:t>
            </a:r>
          </a:p>
          <a:p>
            <a:r>
              <a:t>      "label": "확인"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"from": "검증",</a:t>
            </a:r>
          </a:p>
          <a:p>
            <a:r>
              <a:t>      "to": "맥락",</a:t>
            </a:r>
          </a:p>
          <a:p>
            <a:r>
              <a:t>      "label": "이해"</a:t>
            </a:r>
          </a:p>
          <a:p>
            <a:r>
              <a:t>    }</a:t>
            </a:r>
          </a:p>
          <a:p>
            <a:r>
              <a:t>  ],</a:t>
            </a:r>
          </a:p>
          <a:p>
            <a:r>
              <a:t>  "placeholder_reason": "Diagram nodes/edges provided for editable scaffold.",</a:t>
            </a:r>
          </a:p>
          <a:p>
            <a:r>
              <a:t>  "manual_insert_required": true,</a:t>
            </a:r>
          </a:p>
          <a:p>
            <a:r>
              <a:t>  "copyright_risk": false</a:t>
            </a:r>
          </a:p>
          <a:p>
            <a:r>
              <a:t>}</a:t>
            </a:r>
          </a:p>
          <a:p>
            <a:r>
              <a:t>[editor_instruction]</a:t>
            </a:r>
          </a:p>
          <a:p>
            <a:r>
              <a:t>Manual fact-check required before broadcast.</a:t>
            </a:r>
          </a:p>
          <a:p>
            <a:r>
              <a:t>[risk_flags]</a:t>
            </a:r>
          </a:p>
          <a:p>
            <a:r>
              <a:t>[</a:t>
            </a:r>
          </a:p>
          <a:p>
            <a:r>
              <a:t>  "single_source_dependency",</a:t>
            </a:r>
          </a:p>
          <a:p>
            <a:r>
              <a:t>  "copyright_image_risk"</a:t>
            </a:r>
          </a:p>
          <a:p>
            <a:r>
              <a:t>]</a:t>
            </a:r>
          </a:p>
          <a:p/>
          <a:p>
            <a:r>
              <a:t>risk_flags:</a:t>
            </a:r>
          </a:p>
          <a:p>
            <a:r>
              <a:t>[</a:t>
            </a:r>
          </a:p>
          <a:p>
            <a:r>
              <a:t>  "single_source_dependency",</a:t>
            </a:r>
          </a:p>
          <a:p>
            <a:r>
              <a:t>  "copyright_image_risk"</a:t>
            </a:r>
          </a:p>
          <a:p>
            <a:r>
              <a:t>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slide_no: 16</a:t>
            </a:r>
          </a:p>
          <a:p>
            <a:r>
              <a:t>layout_type: comparison</a:t>
            </a:r>
          </a:p>
          <a:p>
            <a:r>
              <a:t>style_profile_loaded: True</a:t>
            </a:r>
          </a:p>
          <a:p>
            <a:r>
              <a:t>style_profile_path: data/style_profiles/syukaworld_ppt_style_profile.json</a:t>
            </a:r>
          </a:p>
          <a:p>
            <a:r>
              <a:t>applied_font_family: 맑은 고딕</a:t>
            </a:r>
          </a:p>
          <a:p>
            <a:r>
              <a:t>applied_fallback_font: Malgun Gothic</a:t>
            </a:r>
          </a:p>
          <a:p>
            <a:r>
              <a:t>source_slide_refs: [</a:t>
            </a:r>
          </a:p>
          <a:p>
            <a:r>
              <a:t>  16</a:t>
            </a:r>
          </a:p>
          <a:p>
            <a:r>
              <a:t>]</a:t>
            </a:r>
          </a:p>
          <a:p>
            <a:r>
              <a:t>proof_object_type: diagram</a:t>
            </a:r>
          </a:p>
          <a:p>
            <a:r>
              <a:t>proof_object_required: True</a:t>
            </a:r>
          </a:p>
          <a:p>
            <a:r>
              <a:t>proof_object_screen_position: center_large</a:t>
            </a:r>
          </a:p>
          <a:p>
            <a:r>
              <a:t>manual_placeholder_hidden: False</a:t>
            </a:r>
          </a:p>
          <a:p/>
          <a:p>
            <a:r>
              <a:t>screen_body_lines:</a:t>
            </a:r>
          </a:p>
          <a:p>
            <a:r>
              <a:t>[]</a:t>
            </a:r>
          </a:p>
          <a:p>
            <a:r>
              <a:t>overflow_body_lines:</a:t>
            </a:r>
          </a:p>
          <a:p>
            <a:r>
              <a:t>[</a:t>
            </a:r>
          </a:p>
          <a:p>
            <a:r>
              <a:t>  "AI는 별자리 정보를 바로 줄 수 있다",</a:t>
            </a:r>
          </a:p>
          <a:p>
            <a:r>
              <a:t>  "하지만 밤하늘을 관찰하고, 위치를 추정하고, 계절과 시간을 연결하는 경험은 다르다",</a:t>
            </a:r>
          </a:p>
          <a:p>
            <a:r>
              <a:t>  "천문관 비유는 정보 전달보다 보는 법과 질문하는 법을 강조하기 위한 방송용 구조다"</a:t>
            </a:r>
          </a:p>
          <a:p>
            <a:r>
              <a:t>]</a:t>
            </a:r>
          </a:p>
          <a:p/>
          <a:p>
            <a:r>
              <a:t>source_urls:</a:t>
            </a:r>
          </a:p>
          <a:p>
            <a:r>
              <a:t>- https://www.bbc.com/news/articles/c2023l60370o?at_medium=RSS&amp;at_campaign=rss</a:t>
            </a:r>
          </a:p>
          <a:p>
            <a:r>
              <a:t>- https://www.science.go.kr/eps/cntnts/772/moveCntnts.do</a:t>
            </a:r>
          </a:p>
          <a:p/>
          <a:p>
            <a:r>
              <a:t>source_refs:</a:t>
            </a:r>
          </a:p>
          <a:p>
            <a:r>
              <a:t>[</a:t>
            </a:r>
          </a:p>
          <a:p>
            <a:r>
              <a:t>  {</a:t>
            </a:r>
          </a:p>
          <a:p>
            <a:r>
              <a:t>    "url": "https://www.bbc.com/news/articles/c2023l60370o?at_medium=RSS&amp;at_campaign=rss",</a:t>
            </a:r>
          </a:p>
          <a:p>
            <a:r>
              <a:t>    "role": "source_context",</a:t>
            </a:r>
          </a:p>
          <a:p>
            <a:r>
              <a:t>    "use": "Source URL carried from Anny storyline.",</a:t>
            </a:r>
          </a:p>
          <a:p>
            <a:r>
              <a:t>    "confidence": "medium",</a:t>
            </a:r>
          </a:p>
          <a:p>
            <a:r>
              <a:t>    "manual_check_required": true</a:t>
            </a:r>
          </a:p>
          <a:p>
            <a:r>
              <a:t>  },</a:t>
            </a:r>
          </a:p>
          <a:p>
            <a:r>
              <a:t>  {</a:t>
            </a:r>
          </a:p>
          <a:p>
            <a:r>
              <a:t>    "url": "https://www.science.go.kr/eps/cntnts/772/moveCntnts.do",</a:t>
            </a:r>
          </a:p>
          <a:p>
            <a:r>
              <a:t>    "role": "source_context",</a:t>
            </a:r>
          </a:p>
          <a:p>
            <a:r>
              <a:t>    "use": "Source URL carried from Anny storyline.",</a:t>
            </a:r>
          </a:p>
          <a:p>
            <a:r>
              <a:t>    "confidence": "medium",</a:t>
            </a:r>
          </a:p>
          <a:p>
            <a:r>
              <a:t>    "manual_check_required": true</a:t>
            </a:r>
          </a:p>
          <a:p>
            <a:r>
              <a:t>  }</a:t>
            </a:r>
          </a:p>
          <a:p>
            <a:r>
              <a:t>]</a:t>
            </a:r>
          </a:p>
          <a:p>
            <a:r>
              <a:t>image_urls:</a:t>
            </a:r>
          </a:p>
          <a:p/>
          <a:p>
            <a:r>
              <a:t>flags:</a:t>
            </a:r>
          </a:p>
          <a:p>
            <a:r>
              <a:t>- needs_source: False</a:t>
            </a:r>
          </a:p>
          <a:p>
            <a:r>
              <a:t>- needs_fact_check: True</a:t>
            </a:r>
          </a:p>
          <a:p>
            <a:r>
              <a:t>- required_before_broadcast: False</a:t>
            </a:r>
          </a:p>
          <a:p>
            <a:r>
              <a:t>- copyright_risk: False</a:t>
            </a:r>
          </a:p>
          <a:p/>
          <a:p>
            <a:r>
              <a:t>visual_plan:</a:t>
            </a:r>
          </a:p>
          <a:p>
            <a:r>
              <a:t>{</a:t>
            </a:r>
          </a:p>
          <a:p>
            <a:r>
              <a:t>  "kind": "diagram",</a:t>
            </a:r>
          </a:p>
          <a:p>
            <a:r>
              <a:t>  "description": "Diagram nodes/edges provided for editable scaffold.",</a:t>
            </a:r>
          </a:p>
          <a:p>
            <a:r>
              <a:t>  "source_note": "https://www.bbc.com/news/articles/c2023l60370o?at_medium=RSS&amp;at_campaign=rss",</a:t>
            </a:r>
          </a:p>
          <a:p>
            <a:r>
              <a:t>  "copyright_risk": false,</a:t>
            </a:r>
          </a:p>
          <a:p>
            <a:r>
              <a:t>  "manual_check_required": true,</a:t>
            </a:r>
          </a:p>
          <a:p>
            <a:r>
              <a:t>  "prompt_if_ai_image": null</a:t>
            </a:r>
          </a:p>
          <a:p>
            <a:r>
              <a:t>}</a:t>
            </a:r>
          </a:p>
          <a:p/>
          <a:p>
            <a:r>
              <a:t>proof_object:</a:t>
            </a:r>
          </a:p>
          <a:p>
            <a:r>
              <a:t>{</a:t>
            </a:r>
          </a:p>
          <a:p>
            <a:r>
              <a:t>  "type": "diagram",</a:t>
            </a:r>
          </a:p>
          <a:p>
            <a:r>
              <a:t>  "required": true,</a:t>
            </a:r>
          </a:p>
          <a:p>
            <a:r>
              <a:t>  "screen_position": "center_large",</a:t>
            </a:r>
          </a:p>
          <a:p>
            <a:r>
              <a:t>  "display_label": "[도식]",</a:t>
            </a:r>
          </a:p>
          <a:p>
            <a:r>
              <a:t>  "source_url": "https://www.bbc.com/news/articles/c2023l60370o?at_medium=RSS&amp;at_campaign=rss",</a:t>
            </a:r>
          </a:p>
          <a:p>
            <a:r>
              <a:t>  "image_url": null,</a:t>
            </a:r>
          </a:p>
          <a:p>
            <a:r>
              <a:t>  "copyright_risk": false,</a:t>
            </a:r>
          </a:p>
          <a:p>
            <a:r>
              <a:t>  "manual_insert_required": true,</a:t>
            </a:r>
          </a:p>
          <a:p>
            <a:r>
              <a:t>  "source_name": "BBC",</a:t>
            </a:r>
          </a:p>
          <a:p>
            <a:r>
              <a:t>  "display_title": null,</a:t>
            </a:r>
          </a:p>
          <a:p>
            <a:r>
              <a:t>  "quote_text": null,</a:t>
            </a:r>
          </a:p>
          <a:p>
            <a:r>
              <a:t>  "quote_translation": null,</a:t>
            </a:r>
          </a:p>
          <a:p>
            <a:r>
              <a:t>  "chart_title": null,</a:t>
            </a:r>
          </a:p>
          <a:p>
            <a:r>
              <a:t>  "chart_source_label": null,</a:t>
            </a:r>
          </a:p>
          <a:p>
            <a:r>
              <a:t>  "data_hint": null,</a:t>
            </a:r>
          </a:p>
          <a:p>
            <a:r>
              <a:t>  "diagram_nodes": [</a:t>
            </a:r>
          </a:p>
          <a:p>
            <a:r>
              <a:t>    "답 제공",</a:t>
            </a:r>
          </a:p>
          <a:p>
            <a:r>
              <a:t>    "질문 훈련",</a:t>
            </a:r>
          </a:p>
          <a:p>
            <a:r>
              <a:t>    "검증",</a:t>
            </a:r>
          </a:p>
          <a:p>
            <a:r>
              <a:t>    "맥락"</a:t>
            </a:r>
          </a:p>
          <a:p>
            <a:r>
              <a:t>  ],</a:t>
            </a:r>
          </a:p>
          <a:p>
            <a:r>
              <a:t>  "diagram_edges": [</a:t>
            </a:r>
          </a:p>
          <a:p>
            <a:r>
              <a:t>    {</a:t>
            </a:r>
          </a:p>
          <a:p>
            <a:r>
              <a:t>      "from": "답 제공",</a:t>
            </a:r>
          </a:p>
          <a:p>
            <a:r>
              <a:t>      "to": "질문 훈련",</a:t>
            </a:r>
          </a:p>
          <a:p>
            <a:r>
              <a:t>      "label": "역할 변화"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"from": "질문 훈련",</a:t>
            </a:r>
          </a:p>
          <a:p>
            <a:r>
              <a:t>      "to": "검증",</a:t>
            </a:r>
          </a:p>
          <a:p>
            <a:r>
              <a:t>      "label": "확인"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"from": "검증",</a:t>
            </a:r>
          </a:p>
          <a:p>
            <a:r>
              <a:t>      "to": "맥락",</a:t>
            </a:r>
          </a:p>
          <a:p>
            <a:r>
              <a:t>      "label": "이해"</a:t>
            </a:r>
          </a:p>
          <a:p>
            <a:r>
              <a:t>    }</a:t>
            </a:r>
          </a:p>
          <a:p>
            <a:r>
              <a:t>  ],</a:t>
            </a:r>
          </a:p>
          <a:p>
            <a:r>
              <a:t>  "placeholder_reason": "Diagram nodes/edges provided for editable scaffold."</a:t>
            </a:r>
          </a:p>
          <a:p>
            <a:r>
              <a:t>}</a:t>
            </a:r>
          </a:p>
          <a:p/>
          <a:p>
            <a:r>
              <a:t>edit_notes:</a:t>
            </a:r>
          </a:p>
          <a:p>
            <a:r>
              <a:t>- Manual fact-check required before broadcast.</a:t>
            </a:r>
          </a:p>
          <a:p/>
          <a:p>
            <a:r>
              <a:t>speaker_notes:</a:t>
            </a:r>
          </a:p>
          <a:p>
            <a:r>
              <a:t>[내용] BBC / Royal Observatory article. [기관맥락] science museum/observatory education context. [주의] 비유이지 사실 증명 아님.</a:t>
            </a:r>
          </a:p>
          <a:p>
            <a:r>
              <a:t>[overflow_notes]</a:t>
            </a:r>
          </a:p>
          <a:p>
            <a:r>
              <a:t>AI는 별자리 정보를 바로 줄 수 있다</a:t>
            </a:r>
          </a:p>
          <a:p>
            <a:r>
              <a:t>하지만 밤하늘을 관찰하고, 위치를 추정하고, 계절과 시간을 연결하는 경험은 다르다</a:t>
            </a:r>
          </a:p>
          <a:p>
            <a:r>
              <a:t>천문관 비유는 정보 전달보다 보는 법과 질문하는 법을 강조하기 위한 방송용 구조다</a:t>
            </a:r>
          </a:p>
          <a:p>
            <a:r>
              <a:t>[source_ref] source_context | Source URL carried from Anny storyline. | https://www.bbc.com/news/articles/c2023l60370o?at_medium=RSS&amp;at_campaign=rss</a:t>
            </a:r>
          </a:p>
          <a:p>
            <a:r>
              <a:t>[source_ref] source_context | Source URL carried from Anny storyline. | https://www.science.go.kr/eps/cntnts/772/moveCntnts.do</a:t>
            </a:r>
          </a:p>
          <a:p>
            <a:r>
              <a:t>[check] needs_fact_check=true</a:t>
            </a:r>
          </a:p>
          <a:p>
            <a:r>
              <a:t>[overflow_notes]</a:t>
            </a:r>
          </a:p>
          <a:p>
            <a:r>
              <a:t>AI는 별자리 정보를 바로 줄 수 있다</a:t>
            </a:r>
          </a:p>
          <a:p>
            <a:r>
              <a:t>하지만 밤하늘을 관찰하고, 위치를 추정하고, 계절과 시간을 연결하는 경험은 다르다</a:t>
            </a:r>
          </a:p>
          <a:p>
            <a:r>
              <a:t>천문관 비유는 정보 전달보다 보는 법과 질문하는 법을 강조하기 위한 방송용 구조다</a:t>
            </a:r>
          </a:p>
          <a:p>
            <a:r>
              <a:t>[source_refs]</a:t>
            </a:r>
          </a:p>
          <a:p>
            <a:r>
              <a:t>[</a:t>
            </a:r>
          </a:p>
          <a:p>
            <a:r>
              <a:t>  {</a:t>
            </a:r>
          </a:p>
          <a:p>
            <a:r>
              <a:t>    "url": "https://www.bbc.com/news/articles/c2023l60370o?at_medium=RSS&amp;at_campaign=rss",</a:t>
            </a:r>
          </a:p>
          <a:p>
            <a:r>
              <a:t>    "role": "source_context",</a:t>
            </a:r>
          </a:p>
          <a:p>
            <a:r>
              <a:t>    "use": "Source URL carried from Anny storyline.",</a:t>
            </a:r>
          </a:p>
          <a:p>
            <a:r>
              <a:t>    "confidence": "medium",</a:t>
            </a:r>
          </a:p>
          <a:p>
            <a:r>
              <a:t>    "manual_check_required": true</a:t>
            </a:r>
          </a:p>
          <a:p>
            <a:r>
              <a:t>  },</a:t>
            </a:r>
          </a:p>
          <a:p>
            <a:r>
              <a:t>  {</a:t>
            </a:r>
          </a:p>
          <a:p>
            <a:r>
              <a:t>    "url": "https://www.science.go.kr/eps/cntnts/772/moveCntnts.do",</a:t>
            </a:r>
          </a:p>
          <a:p>
            <a:r>
              <a:t>    "role": "source_context",</a:t>
            </a:r>
          </a:p>
          <a:p>
            <a:r>
              <a:t>    "use": "Source URL carried from Anny storyline.",</a:t>
            </a:r>
          </a:p>
          <a:p>
            <a:r>
              <a:t>    "confidence": "medium",</a:t>
            </a:r>
          </a:p>
          <a:p>
            <a:r>
              <a:t>    "manual_check_required": true</a:t>
            </a:r>
          </a:p>
          <a:p>
            <a:r>
              <a:t>  }</a:t>
            </a:r>
          </a:p>
          <a:p>
            <a:r>
              <a:t>]</a:t>
            </a:r>
          </a:p>
          <a:p>
            <a:r>
              <a:t>[proof_object]</a:t>
            </a:r>
          </a:p>
          <a:p>
            <a:r>
              <a:t>{</a:t>
            </a:r>
          </a:p>
          <a:p>
            <a:r>
              <a:t>  "type": "diagram",</a:t>
            </a:r>
          </a:p>
          <a:p>
            <a:r>
              <a:t>  "screen_position": "center_large",</a:t>
            </a:r>
          </a:p>
          <a:p>
            <a:r>
              <a:t>  "source_name": "BBC",</a:t>
            </a:r>
          </a:p>
          <a:p>
            <a:r>
              <a:t>  "display_title": null,</a:t>
            </a:r>
          </a:p>
          <a:p>
            <a:r>
              <a:t>  "quote_text": null,</a:t>
            </a:r>
          </a:p>
          <a:p>
            <a:r>
              <a:t>  "quote_translation": null,</a:t>
            </a:r>
          </a:p>
          <a:p>
            <a:r>
              <a:t>  "source_url": "https://www.bbc.com/news/articles/c2023l60370o?at_medium=RSS&amp;at_campaign=rss",</a:t>
            </a:r>
          </a:p>
          <a:p>
            <a:r>
              <a:t>  "image_url": null,</a:t>
            </a:r>
          </a:p>
          <a:p>
            <a:r>
              <a:t>  "chart_title": null,</a:t>
            </a:r>
          </a:p>
          <a:p>
            <a:r>
              <a:t>  "chart_source_label": null,</a:t>
            </a:r>
          </a:p>
          <a:p>
            <a:r>
              <a:t>  "data_hint": null,</a:t>
            </a:r>
          </a:p>
          <a:p>
            <a:r>
              <a:t>  "diagram_nodes": [</a:t>
            </a:r>
          </a:p>
          <a:p>
            <a:r>
              <a:t>    "답 제공",</a:t>
            </a:r>
          </a:p>
          <a:p>
            <a:r>
              <a:t>    "질문 훈련",</a:t>
            </a:r>
          </a:p>
          <a:p>
            <a:r>
              <a:t>    "검증",</a:t>
            </a:r>
          </a:p>
          <a:p>
            <a:r>
              <a:t>    "맥락"</a:t>
            </a:r>
          </a:p>
          <a:p>
            <a:r>
              <a:t>  ],</a:t>
            </a:r>
          </a:p>
          <a:p>
            <a:r>
              <a:t>  "diagram_edges": [</a:t>
            </a:r>
          </a:p>
          <a:p>
            <a:r>
              <a:t>    {</a:t>
            </a:r>
          </a:p>
          <a:p>
            <a:r>
              <a:t>      "from": "답 제공",</a:t>
            </a:r>
          </a:p>
          <a:p>
            <a:r>
              <a:t>      "to": "질문 훈련",</a:t>
            </a:r>
          </a:p>
          <a:p>
            <a:r>
              <a:t>      "label": "역할 변화"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"from": "질문 훈련",</a:t>
            </a:r>
          </a:p>
          <a:p>
            <a:r>
              <a:t>      "to": "검증",</a:t>
            </a:r>
          </a:p>
          <a:p>
            <a:r>
              <a:t>      "label": "확인"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"from": "검증",</a:t>
            </a:r>
          </a:p>
          <a:p>
            <a:r>
              <a:t>      "to": "맥락",</a:t>
            </a:r>
          </a:p>
          <a:p>
            <a:r>
              <a:t>      "label": "이해"</a:t>
            </a:r>
          </a:p>
          <a:p>
            <a:r>
              <a:t>    }</a:t>
            </a:r>
          </a:p>
          <a:p>
            <a:r>
              <a:t>  ],</a:t>
            </a:r>
          </a:p>
          <a:p>
            <a:r>
              <a:t>  "placeholder_reason": "Diagram nodes/edges provided for editable scaffold.",</a:t>
            </a:r>
          </a:p>
          <a:p>
            <a:r>
              <a:t>  "manual_insert_required": true,</a:t>
            </a:r>
          </a:p>
          <a:p>
            <a:r>
              <a:t>  "copyright_risk": false</a:t>
            </a:r>
          </a:p>
          <a:p>
            <a:r>
              <a:t>}</a:t>
            </a:r>
          </a:p>
          <a:p>
            <a:r>
              <a:t>[editor_instruction]</a:t>
            </a:r>
          </a:p>
          <a:p>
            <a:r>
              <a:t>Manual fact-check required before broadcast.</a:t>
            </a:r>
          </a:p>
          <a:p>
            <a:r>
              <a:t>[risk_flags]</a:t>
            </a:r>
          </a:p>
          <a:p>
            <a:r>
              <a:t>[</a:t>
            </a:r>
          </a:p>
          <a:p>
            <a:r>
              <a:t>  "single_source_dependency"</a:t>
            </a:r>
          </a:p>
          <a:p>
            <a:r>
              <a:t>]</a:t>
            </a:r>
          </a:p>
          <a:p/>
          <a:p>
            <a:r>
              <a:t>risk_flags:</a:t>
            </a:r>
          </a:p>
          <a:p>
            <a:r>
              <a:t>[</a:t>
            </a:r>
          </a:p>
          <a:p>
            <a:r>
              <a:t>  "single_source_dependency"</a:t>
            </a:r>
          </a:p>
          <a:p>
            <a:r>
              <a:t>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slide_no: 17</a:t>
            </a:r>
          </a:p>
          <a:p>
            <a:r>
              <a:t>layout_type: chart_placeholder</a:t>
            </a:r>
          </a:p>
          <a:p>
            <a:r>
              <a:t>style_profile_loaded: True</a:t>
            </a:r>
          </a:p>
          <a:p>
            <a:r>
              <a:t>style_profile_path: data/style_profiles/syukaworld_ppt_style_profile.json</a:t>
            </a:r>
          </a:p>
          <a:p>
            <a:r>
              <a:t>applied_font_family: 맑은 고딕</a:t>
            </a:r>
          </a:p>
          <a:p>
            <a:r>
              <a:t>applied_fallback_font: Malgun Gothic</a:t>
            </a:r>
          </a:p>
          <a:p>
            <a:r>
              <a:t>source_slide_refs: [</a:t>
            </a:r>
          </a:p>
          <a:p>
            <a:r>
              <a:t>  17</a:t>
            </a:r>
          </a:p>
          <a:p>
            <a:r>
              <a:t>]</a:t>
            </a:r>
          </a:p>
          <a:p>
            <a:r>
              <a:t>proof_object_type: chart</a:t>
            </a:r>
          </a:p>
          <a:p>
            <a:r>
              <a:t>proof_object_required: True</a:t>
            </a:r>
          </a:p>
          <a:p>
            <a:r>
              <a:t>proof_object_screen_position: full_width_chart</a:t>
            </a:r>
          </a:p>
          <a:p>
            <a:r>
              <a:t>manual_placeholder_hidden: False</a:t>
            </a:r>
          </a:p>
          <a:p/>
          <a:p>
            <a:r>
              <a:t>screen_body_lines:</a:t>
            </a:r>
          </a:p>
          <a:p>
            <a:r>
              <a:t>[]</a:t>
            </a:r>
          </a:p>
          <a:p>
            <a:r>
              <a:t>overflow_body_lines:</a:t>
            </a:r>
          </a:p>
          <a:p>
            <a:r>
              <a:t>[</a:t>
            </a:r>
          </a:p>
          <a:p>
            <a:r>
              <a:t>  "방송용 완성본에는 AI 검색 사용, 학교 AI 지침, 과학관·박물관 AI 활용 사례가 더 필요하다",</a:t>
            </a:r>
          </a:p>
          <a:p>
            <a:r>
              <a:t>  "이번 enriched dry run은 OECD·정책브리핑·과학관 사례로 1차 틀만 보강한다",</a:t>
            </a:r>
          </a:p>
          <a:p>
            <a:r>
              <a:t>  "정량 수치가 필요한 문장은 여전히 fact check 대상으로 남긴다"</a:t>
            </a:r>
          </a:p>
          <a:p>
            <a:r>
              <a:t>]</a:t>
            </a:r>
          </a:p>
          <a:p/>
          <a:p>
            <a:r>
              <a:t>source_urls:</a:t>
            </a:r>
          </a:p>
          <a:p>
            <a:r>
              <a:t>- https://www.oecd.org/en/publications/oecd-digital-education-outlook-2026_062a7394-en.html</a:t>
            </a:r>
          </a:p>
          <a:p>
            <a:r>
              <a:t>- https://www.korea.kr/news/policyNewsView.do?newsId=148912089</a:t>
            </a:r>
          </a:p>
          <a:p>
            <a:r>
              <a:t>- https://www.science.go.kr/eps/cntnts/772/moveCntnts.do</a:t>
            </a:r>
          </a:p>
          <a:p/>
          <a:p>
            <a:r>
              <a:t>source_refs:</a:t>
            </a:r>
          </a:p>
          <a:p>
            <a:r>
              <a:t>[</a:t>
            </a:r>
          </a:p>
          <a:p>
            <a:r>
              <a:t>  {</a:t>
            </a:r>
          </a:p>
          <a:p>
            <a:r>
              <a:t>    "url": "https://www.oecd.org/en/publications/oecd-digital-education-outlook-2026_062a7394-en.html",</a:t>
            </a:r>
          </a:p>
          <a:p>
            <a:r>
              <a:t>    "role": "source_context",</a:t>
            </a:r>
          </a:p>
          <a:p>
            <a:r>
              <a:t>    "use": "Source URL carried from Anny storyline.",</a:t>
            </a:r>
          </a:p>
          <a:p>
            <a:r>
              <a:t>    "confidence": "medium",</a:t>
            </a:r>
          </a:p>
          <a:p>
            <a:r>
              <a:t>    "manual_check_required": true</a:t>
            </a:r>
          </a:p>
          <a:p>
            <a:r>
              <a:t>  },</a:t>
            </a:r>
          </a:p>
          <a:p>
            <a:r>
              <a:t>  {</a:t>
            </a:r>
          </a:p>
          <a:p>
            <a:r>
              <a:t>    "url": "https://www.korea.kr/news/policyNewsView.do?newsId=148912089",</a:t>
            </a:r>
          </a:p>
          <a:p>
            <a:r>
              <a:t>    "role": "source_context",</a:t>
            </a:r>
          </a:p>
          <a:p>
            <a:r>
              <a:t>    "use": "Source URL carried from Anny storyline.",</a:t>
            </a:r>
          </a:p>
          <a:p>
            <a:r>
              <a:t>    "confidence": "medium",</a:t>
            </a:r>
          </a:p>
          <a:p>
            <a:r>
              <a:t>    "manual_check_required": true</a:t>
            </a:r>
          </a:p>
          <a:p>
            <a:r>
              <a:t>  },</a:t>
            </a:r>
          </a:p>
          <a:p>
            <a:r>
              <a:t>  {</a:t>
            </a:r>
          </a:p>
          <a:p>
            <a:r>
              <a:t>    "url": "https://www.science.go.kr/eps/cntnts/772/moveCntnts.do",</a:t>
            </a:r>
          </a:p>
          <a:p>
            <a:r>
              <a:t>    "role": "source_context",</a:t>
            </a:r>
          </a:p>
          <a:p>
            <a:r>
              <a:t>    "use": "Source URL carried from Anny storyline.",</a:t>
            </a:r>
          </a:p>
          <a:p>
            <a:r>
              <a:t>    "confidence": "medium",</a:t>
            </a:r>
          </a:p>
          <a:p>
            <a:r>
              <a:t>    "manual_check_required": true</a:t>
            </a:r>
          </a:p>
          <a:p>
            <a:r>
              <a:t>  }</a:t>
            </a:r>
          </a:p>
          <a:p>
            <a:r>
              <a:t>]</a:t>
            </a:r>
          </a:p>
          <a:p>
            <a:r>
              <a:t>image_urls:</a:t>
            </a:r>
          </a:p>
          <a:p/>
          <a:p>
            <a:r>
              <a:t>flags:</a:t>
            </a:r>
          </a:p>
          <a:p>
            <a:r>
              <a:t>- needs_source: False</a:t>
            </a:r>
          </a:p>
          <a:p>
            <a:r>
              <a:t>- needs_fact_check: True</a:t>
            </a:r>
          </a:p>
          <a:p>
            <a:r>
              <a:t>- required_before_broadcast: False</a:t>
            </a:r>
          </a:p>
          <a:p>
            <a:r>
              <a:t>- copyright_risk: False</a:t>
            </a:r>
          </a:p>
          <a:p/>
          <a:p>
            <a:r>
              <a:t>visual_plan:</a:t>
            </a:r>
          </a:p>
          <a:p>
            <a:r>
              <a:t>{</a:t>
            </a:r>
          </a:p>
          <a:p>
            <a:r>
              <a:t>  "kind": "chart_candidate",</a:t>
            </a:r>
          </a:p>
          <a:p>
            <a:r>
              <a:t>  "description": "",</a:t>
            </a:r>
          </a:p>
          <a:p>
            <a:r>
              <a:t>  "source_note": "https://www.oecd.org/en/publications/oecd-digital-education-outlook-2026_062a7394-en.html",</a:t>
            </a:r>
          </a:p>
          <a:p>
            <a:r>
              <a:t>  "copyright_risk": false,</a:t>
            </a:r>
          </a:p>
          <a:p>
            <a:r>
              <a:t>  "manual_check_required": true,</a:t>
            </a:r>
          </a:p>
          <a:p>
            <a:r>
              <a:t>  "prompt_if_ai_image": null</a:t>
            </a:r>
          </a:p>
          <a:p>
            <a:r>
              <a:t>}</a:t>
            </a:r>
          </a:p>
          <a:p/>
          <a:p>
            <a:r>
              <a:t>proof_object:</a:t>
            </a:r>
          </a:p>
          <a:p>
            <a:r>
              <a:t>{</a:t>
            </a:r>
          </a:p>
          <a:p>
            <a:r>
              <a:t>  "type": "chart",</a:t>
            </a:r>
          </a:p>
          <a:p>
            <a:r>
              <a:t>  "required": true,</a:t>
            </a:r>
          </a:p>
          <a:p>
            <a:r>
              <a:t>  "screen_position": "full_width_chart",</a:t>
            </a:r>
          </a:p>
          <a:p>
            <a:r>
              <a:t>  "display_label": "[차트]",</a:t>
            </a:r>
          </a:p>
          <a:p>
            <a:r>
              <a:t>  "source_url": "https://www.oecd.org/en/publications/oecd-digital-education-outlook-2026_062a7394-en.html",</a:t>
            </a:r>
          </a:p>
          <a:p>
            <a:r>
              <a:t>  "image_url": null,</a:t>
            </a:r>
          </a:p>
          <a:p>
            <a:r>
              <a:t>  "copyright_risk": false,</a:t>
            </a:r>
          </a:p>
          <a:p>
            <a:r>
              <a:t>  "manual_insert_required": true,</a:t>
            </a:r>
          </a:p>
          <a:p>
            <a:r>
              <a:t>  "source_name": "OECD",</a:t>
            </a:r>
          </a:p>
          <a:p>
            <a:r>
              <a:t>  "display_title": null,</a:t>
            </a:r>
          </a:p>
          <a:p>
            <a:r>
              <a:t>  "quote_text": null,</a:t>
            </a:r>
          </a:p>
          <a:p>
            <a:r>
              <a:t>  "quote_translation": null,</a:t>
            </a:r>
          </a:p>
          <a:p>
            <a:r>
              <a:t>  "chart_title": "이 부분은 아직 숫자가 필요하다",</a:t>
            </a:r>
          </a:p>
          <a:p>
            <a:r>
              <a:t>  "chart_source_label": "(출처: OECD)",</a:t>
            </a:r>
          </a:p>
          <a:p>
            <a:r>
              <a:t>  "data_hint": "방송용 완성본에는 AI 검색 사용, 학교 AI 지침, 과학관·박물관 AI 활용 사례가 더 필요하다; 이번 enriched dry run은 OECD·정책브리핑·과학관 사례로 1차 틀만 보강한다; 정량 수치가 필요한 문장은 여전히 fact check 대상으로 남긴다",</a:t>
            </a:r>
          </a:p>
          <a:p>
            <a:r>
              <a:t>  "diagram_nodes": [],</a:t>
            </a:r>
          </a:p>
          <a:p>
            <a:r>
              <a:t>  "diagram_edges": [],</a:t>
            </a:r>
          </a:p>
          <a:p>
            <a:r>
              <a:t>  "placeholder_reason": null</a:t>
            </a:r>
          </a:p>
          <a:p>
            <a:r>
              <a:t>}</a:t>
            </a:r>
          </a:p>
          <a:p/>
          <a:p>
            <a:r>
              <a:t>edit_notes:</a:t>
            </a:r>
          </a:p>
          <a:p>
            <a:r>
              <a:t>- Chart/table data must be manually designed before broadcast. Manual fact-check required before broadcast.</a:t>
            </a:r>
          </a:p>
          <a:p/>
          <a:p>
            <a:r>
              <a:t>speaker_notes:</a:t>
            </a:r>
          </a:p>
          <a:p>
            <a:r>
              <a:t>[근거] OECD, 정책브리핑, National Science Museum. [주의] 숫자/통계는 추가 확인 필요.</a:t>
            </a:r>
          </a:p>
          <a:p>
            <a:r>
              <a:t>[overflow_notes]</a:t>
            </a:r>
          </a:p>
          <a:p>
            <a:r>
              <a:t>방송용 완성본에는 AI 검색 사용, 학교 AI 지침, 과학관·박물관 AI 활용 사례가 더 필요하다</a:t>
            </a:r>
          </a:p>
          <a:p>
            <a:r>
              <a:t>이번 enriched dry run은 OECD·정책브리핑·과학관 사례로 1차 틀만 보강한다</a:t>
            </a:r>
          </a:p>
          <a:p>
            <a:r>
              <a:t>정량 수치가 필요한 문장은 여전히 fact check 대상으로 남긴다</a:t>
            </a:r>
          </a:p>
          <a:p>
            <a:r>
              <a:t>[source_ref] source_context | Source URL carried from Anny storyline. | https://www.oecd.org/en/publications/oecd-digital-education-outlook-2026_062a7394-en.html</a:t>
            </a:r>
          </a:p>
          <a:p>
            <a:r>
              <a:t>[source_ref] source_context | Source URL carried from Anny storyline. | https://www.korea.kr/news/policyNewsView.do?newsId=148912089</a:t>
            </a:r>
          </a:p>
          <a:p>
            <a:r>
              <a:t>[source_ref] source_context | Source URL carried from Anny storyline. | https://www.science.go.kr/eps/cntnts/772/moveCntnts.do</a:t>
            </a:r>
          </a:p>
          <a:p>
            <a:r>
              <a:t>[check] needs_fact_check=true</a:t>
            </a:r>
          </a:p>
          <a:p>
            <a:r>
              <a:t>[overflow_notes]</a:t>
            </a:r>
          </a:p>
          <a:p>
            <a:r>
              <a:t>방송용 완성본에는 AI 검색 사용, 학교 AI 지침, 과학관·박물관 AI 활용 사례가 더 필요하다</a:t>
            </a:r>
          </a:p>
          <a:p>
            <a:r>
              <a:t>이번 enriched dry run은 OECD·정책브리핑·과학관 사례로 1차 틀만 보강한다</a:t>
            </a:r>
          </a:p>
          <a:p>
            <a:r>
              <a:t>정량 수치가 필요한 문장은 여전히 fact check 대상으로 남긴다</a:t>
            </a:r>
          </a:p>
          <a:p>
            <a:r>
              <a:t>[source_refs]</a:t>
            </a:r>
          </a:p>
          <a:p>
            <a:r>
              <a:t>[</a:t>
            </a:r>
          </a:p>
          <a:p>
            <a:r>
              <a:t>  {</a:t>
            </a:r>
          </a:p>
          <a:p>
            <a:r>
              <a:t>    "url": "https://www.oecd.org/en/publications/oecd-digital-education-outlook-2026_062a7394-en.html",</a:t>
            </a:r>
          </a:p>
          <a:p>
            <a:r>
              <a:t>    "role": "source_context",</a:t>
            </a:r>
          </a:p>
          <a:p>
            <a:r>
              <a:t>    "use": "Source URL carried from Anny storyline.",</a:t>
            </a:r>
          </a:p>
          <a:p>
            <a:r>
              <a:t>    "confidence": "medium",</a:t>
            </a:r>
          </a:p>
          <a:p>
            <a:r>
              <a:t>    "manual_check_required": true</a:t>
            </a:r>
          </a:p>
          <a:p>
            <a:r>
              <a:t>  },</a:t>
            </a:r>
          </a:p>
          <a:p>
            <a:r>
              <a:t>  {</a:t>
            </a:r>
          </a:p>
          <a:p>
            <a:r>
              <a:t>    "url": "https://www.korea.kr/news/policyNewsView.do?newsId=148912089",</a:t>
            </a:r>
          </a:p>
          <a:p>
            <a:r>
              <a:t>    "role": "source_context",</a:t>
            </a:r>
          </a:p>
          <a:p>
            <a:r>
              <a:t>    "use": "Source URL carried from Anny storyline.",</a:t>
            </a:r>
          </a:p>
          <a:p>
            <a:r>
              <a:t>    "confidence": "medium",</a:t>
            </a:r>
          </a:p>
          <a:p>
            <a:r>
              <a:t>    "manual_check_required": true</a:t>
            </a:r>
          </a:p>
          <a:p>
            <a:r>
              <a:t>  },</a:t>
            </a:r>
          </a:p>
          <a:p>
            <a:r>
              <a:t>  {</a:t>
            </a:r>
          </a:p>
          <a:p>
            <a:r>
              <a:t>    "url": "https://www.science.go.kr/eps/cntnts/772/moveCntnts.do",</a:t>
            </a:r>
          </a:p>
          <a:p>
            <a:r>
              <a:t>    "role": "source_context",</a:t>
            </a:r>
          </a:p>
          <a:p>
            <a:r>
              <a:t>    "use": "Source URL carried from Anny storyline.",</a:t>
            </a:r>
          </a:p>
          <a:p>
            <a:r>
              <a:t>    "confidence": "medium",</a:t>
            </a:r>
          </a:p>
          <a:p>
            <a:r>
              <a:t>    "manual_check_required": true</a:t>
            </a:r>
          </a:p>
          <a:p>
            <a:r>
              <a:t>  }</a:t>
            </a:r>
          </a:p>
          <a:p>
            <a:r>
              <a:t>]</a:t>
            </a:r>
          </a:p>
          <a:p>
            <a:r>
              <a:t>[proof_object]</a:t>
            </a:r>
          </a:p>
          <a:p>
            <a:r>
              <a:t>{</a:t>
            </a:r>
          </a:p>
          <a:p>
            <a:r>
              <a:t>  "type": "chart",</a:t>
            </a:r>
          </a:p>
          <a:p>
            <a:r>
              <a:t>  "screen_position": "full_width_chart",</a:t>
            </a:r>
          </a:p>
          <a:p>
            <a:r>
              <a:t>  "source_name": "OECD",</a:t>
            </a:r>
          </a:p>
          <a:p>
            <a:r>
              <a:t>  "display_title": null,</a:t>
            </a:r>
          </a:p>
          <a:p>
            <a:r>
              <a:t>  "quote_text": null,</a:t>
            </a:r>
          </a:p>
          <a:p>
            <a:r>
              <a:t>  "quote_translation": null,</a:t>
            </a:r>
          </a:p>
          <a:p>
            <a:r>
              <a:t>  "source_url": "https://www.oecd.org/en/publications/oecd-digital-education-outlook-2026_062a7394-en.html",</a:t>
            </a:r>
          </a:p>
          <a:p>
            <a:r>
              <a:t>  "image_url": null,</a:t>
            </a:r>
          </a:p>
          <a:p>
            <a:r>
              <a:t>  "chart_title": "이 부분은 아직 숫자가 필요하다",</a:t>
            </a:r>
          </a:p>
          <a:p>
            <a:r>
              <a:t>  "chart_source_label": "(출처: OECD)",</a:t>
            </a:r>
          </a:p>
          <a:p>
            <a:r>
              <a:t>  "data_hint": "방송용 완성본에는 AI 검색 사용, 학교 AI 지침, 과학관·박물관 AI 활용 사례가 더 필요하다; 이번 enriched dry run은 OECD·정책브리핑·과학관 사례로 1차 틀만 보강한다; 정량 수치가 필요한 문장은 여전히 fact check 대상으로 남긴다",</a:t>
            </a:r>
          </a:p>
          <a:p>
            <a:r>
              <a:t>  "diagram_nodes": [],</a:t>
            </a:r>
          </a:p>
          <a:p>
            <a:r>
              <a:t>  "diagram_edges": [],</a:t>
            </a:r>
          </a:p>
          <a:p>
            <a:r>
              <a:t>  "placeholder_reason": null,</a:t>
            </a:r>
          </a:p>
          <a:p>
            <a:r>
              <a:t>  "manual_insert_required": true,</a:t>
            </a:r>
          </a:p>
          <a:p>
            <a:r>
              <a:t>  "copyright_risk": false</a:t>
            </a:r>
          </a:p>
          <a:p>
            <a:r>
              <a:t>}</a:t>
            </a:r>
          </a:p>
          <a:p>
            <a:r>
              <a:t>[editor_instruction]</a:t>
            </a:r>
          </a:p>
          <a:p>
            <a:r>
              <a:t>Chart/table data must be manually designed before broadcast. Manual fact-check required before broadcast.</a:t>
            </a:r>
          </a:p>
          <a:p>
            <a:r>
              <a:t>[risk_flags]</a:t>
            </a:r>
          </a:p>
          <a:p>
            <a:r>
              <a:t>[</a:t>
            </a:r>
          </a:p>
          <a:p>
            <a:r>
              <a:t>  "single_source_dependency"</a:t>
            </a:r>
          </a:p>
          <a:p>
            <a:r>
              <a:t>]</a:t>
            </a:r>
          </a:p>
          <a:p/>
          <a:p>
            <a:r>
              <a:t>risk_flags:</a:t>
            </a:r>
          </a:p>
          <a:p>
            <a:r>
              <a:t>[</a:t>
            </a:r>
          </a:p>
          <a:p>
            <a:r>
              <a:t>  "single_source_dependency"</a:t>
            </a:r>
          </a:p>
          <a:p>
            <a:r>
              <a:t>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slide_no: 18</a:t>
            </a:r>
          </a:p>
          <a:p>
            <a:r>
              <a:t>layout_type: comparison</a:t>
            </a:r>
          </a:p>
          <a:p>
            <a:r>
              <a:t>style_profile_loaded: True</a:t>
            </a:r>
          </a:p>
          <a:p>
            <a:r>
              <a:t>style_profile_path: data/style_profiles/syukaworld_ppt_style_profile.json</a:t>
            </a:r>
          </a:p>
          <a:p>
            <a:r>
              <a:t>applied_font_family: 맑은 고딕</a:t>
            </a:r>
          </a:p>
          <a:p>
            <a:r>
              <a:t>applied_fallback_font: Malgun Gothic</a:t>
            </a:r>
          </a:p>
          <a:p>
            <a:r>
              <a:t>source_slide_refs: [</a:t>
            </a:r>
          </a:p>
          <a:p>
            <a:r>
              <a:t>  18</a:t>
            </a:r>
          </a:p>
          <a:p>
            <a:r>
              <a:t>]</a:t>
            </a:r>
          </a:p>
          <a:p>
            <a:r>
              <a:t>proof_object_type: diagram</a:t>
            </a:r>
          </a:p>
          <a:p>
            <a:r>
              <a:t>proof_object_required: True</a:t>
            </a:r>
          </a:p>
          <a:p>
            <a:r>
              <a:t>proof_object_screen_position: center_large</a:t>
            </a:r>
          </a:p>
          <a:p>
            <a:r>
              <a:t>manual_placeholder_hidden: False</a:t>
            </a:r>
          </a:p>
          <a:p/>
          <a:p>
            <a:r>
              <a:t>screen_body_lines:</a:t>
            </a:r>
          </a:p>
          <a:p>
            <a:r>
              <a:t>[]</a:t>
            </a:r>
          </a:p>
          <a:p>
            <a:r>
              <a:t>overflow_body_lines:</a:t>
            </a:r>
          </a:p>
          <a:p>
            <a:r>
              <a:t>[</a:t>
            </a:r>
          </a:p>
          <a:p>
            <a:r>
              <a:t>  "한국에서도 AI 디지털교과서와 AI 체험 전시가 이미 정책·기관 사례로 등장한다",</a:t>
            </a:r>
          </a:p>
          <a:p>
            <a:r>
              <a:t>  "다만 한국 사례는 메인 논지의 증명이 아니라 후반 보조 연결로 사용한다",</a:t>
            </a:r>
          </a:p>
          <a:p>
            <a:r>
              <a:t>  "핵심 질문은 한국도 결국 AI를 금지할지보다 어떻게 다룰지라는 쪽으로 옮겨갈 수 있다는 점이다"</a:t>
            </a:r>
          </a:p>
          <a:p>
            <a:r>
              <a:t>]</a:t>
            </a:r>
          </a:p>
          <a:p/>
          <a:p>
            <a:r>
              <a:t>source_urls:</a:t>
            </a:r>
          </a:p>
          <a:p>
            <a:r>
              <a:t>- https://www.korea.kr/news/policyNewsView.do?newsId=148912089</a:t>
            </a:r>
          </a:p>
          <a:p>
            <a:r>
              <a:t>- https://www.sciencecenter.or.kr/kor/menu/sub.do?menuId=17_275</a:t>
            </a:r>
          </a:p>
          <a:p/>
          <a:p>
            <a:r>
              <a:t>source_refs:</a:t>
            </a:r>
          </a:p>
          <a:p>
            <a:r>
              <a:t>[</a:t>
            </a:r>
          </a:p>
          <a:p>
            <a:r>
              <a:t>  {</a:t>
            </a:r>
          </a:p>
          <a:p>
            <a:r>
              <a:t>    "url": "https://www.korea.kr/news/policyNewsView.do?newsId=148912089",</a:t>
            </a:r>
          </a:p>
          <a:p>
            <a:r>
              <a:t>    "role": "source_context",</a:t>
            </a:r>
          </a:p>
          <a:p>
            <a:r>
              <a:t>    "use": "Source URL carried from Anny storyline.",</a:t>
            </a:r>
          </a:p>
          <a:p>
            <a:r>
              <a:t>    "confidence": "medium",</a:t>
            </a:r>
          </a:p>
          <a:p>
            <a:r>
              <a:t>    "manual_check_required": true</a:t>
            </a:r>
          </a:p>
          <a:p>
            <a:r>
              <a:t>  },</a:t>
            </a:r>
          </a:p>
          <a:p>
            <a:r>
              <a:t>  {</a:t>
            </a:r>
          </a:p>
          <a:p>
            <a:r>
              <a:t>    "url": "https://www.sciencecenter.or.kr/kor/menu/sub.do?menuId=17_275",</a:t>
            </a:r>
          </a:p>
          <a:p>
            <a:r>
              <a:t>    "role": "source_context",</a:t>
            </a:r>
          </a:p>
          <a:p>
            <a:r>
              <a:t>    "use": "Source URL carried from Anny storyline.",</a:t>
            </a:r>
          </a:p>
          <a:p>
            <a:r>
              <a:t>    "confidence": "medium",</a:t>
            </a:r>
          </a:p>
          <a:p>
            <a:r>
              <a:t>    "manual_check_required": true</a:t>
            </a:r>
          </a:p>
          <a:p>
            <a:r>
              <a:t>  }</a:t>
            </a:r>
          </a:p>
          <a:p>
            <a:r>
              <a:t>]</a:t>
            </a:r>
          </a:p>
          <a:p>
            <a:r>
              <a:t>image_urls:</a:t>
            </a:r>
          </a:p>
          <a:p/>
          <a:p>
            <a:r>
              <a:t>flags:</a:t>
            </a:r>
          </a:p>
          <a:p>
            <a:r>
              <a:t>- needs_source: False</a:t>
            </a:r>
          </a:p>
          <a:p>
            <a:r>
              <a:t>- needs_fact_check: True</a:t>
            </a:r>
          </a:p>
          <a:p>
            <a:r>
              <a:t>- required_before_broadcast: False</a:t>
            </a:r>
          </a:p>
          <a:p>
            <a:r>
              <a:t>- copyright_risk: False</a:t>
            </a:r>
          </a:p>
          <a:p/>
          <a:p>
            <a:r>
              <a:t>visual_plan:</a:t>
            </a:r>
          </a:p>
          <a:p>
            <a:r>
              <a:t>{</a:t>
            </a:r>
          </a:p>
          <a:p>
            <a:r>
              <a:t>  "kind": "diagram",</a:t>
            </a:r>
          </a:p>
          <a:p>
            <a:r>
              <a:t>  "description": "Diagram nodes/edges provided for editable scaffold.",</a:t>
            </a:r>
          </a:p>
          <a:p>
            <a:r>
              <a:t>  "source_note": "https://www.korea.kr/news/policyNewsView.do?newsId=148912089",</a:t>
            </a:r>
          </a:p>
          <a:p>
            <a:r>
              <a:t>  "copyright_risk": false,</a:t>
            </a:r>
          </a:p>
          <a:p>
            <a:r>
              <a:t>  "manual_check_required": true,</a:t>
            </a:r>
          </a:p>
          <a:p>
            <a:r>
              <a:t>  "prompt_if_ai_image": null</a:t>
            </a:r>
          </a:p>
          <a:p>
            <a:r>
              <a:t>}</a:t>
            </a:r>
          </a:p>
          <a:p/>
          <a:p>
            <a:r>
              <a:t>proof_object:</a:t>
            </a:r>
          </a:p>
          <a:p>
            <a:r>
              <a:t>{</a:t>
            </a:r>
          </a:p>
          <a:p>
            <a:r>
              <a:t>  "type": "diagram",</a:t>
            </a:r>
          </a:p>
          <a:p>
            <a:r>
              <a:t>  "required": true,</a:t>
            </a:r>
          </a:p>
          <a:p>
            <a:r>
              <a:t>  "screen_position": "center_large",</a:t>
            </a:r>
          </a:p>
          <a:p>
            <a:r>
              <a:t>  "display_label": "[도식]",</a:t>
            </a:r>
          </a:p>
          <a:p>
            <a:r>
              <a:t>  "source_url": "https://www.korea.kr/news/policyNewsView.do?newsId=148912089",</a:t>
            </a:r>
          </a:p>
          <a:p>
            <a:r>
              <a:t>  "image_url": null,</a:t>
            </a:r>
          </a:p>
          <a:p>
            <a:r>
              <a:t>  "copyright_risk": false,</a:t>
            </a:r>
          </a:p>
          <a:p>
            <a:r>
              <a:t>  "manual_insert_required": true,</a:t>
            </a:r>
          </a:p>
          <a:p>
            <a:r>
              <a:t>  "source_name": "정책브리핑",</a:t>
            </a:r>
          </a:p>
          <a:p>
            <a:r>
              <a:t>  "display_title": null,</a:t>
            </a:r>
          </a:p>
          <a:p>
            <a:r>
              <a:t>  "quote_text": null,</a:t>
            </a:r>
          </a:p>
          <a:p>
            <a:r>
              <a:t>  "quote_translation": null,</a:t>
            </a:r>
          </a:p>
          <a:p>
            <a:r>
              <a:t>  "chart_title": null,</a:t>
            </a:r>
          </a:p>
          <a:p>
            <a:r>
              <a:t>  "chart_source_label": null,</a:t>
            </a:r>
          </a:p>
          <a:p>
            <a:r>
              <a:t>  "data_hint": null,</a:t>
            </a:r>
          </a:p>
          <a:p>
            <a:r>
              <a:t>  "diagram_nodes": [</a:t>
            </a:r>
          </a:p>
          <a:p>
            <a:r>
              <a:t>    "질문",</a:t>
            </a:r>
          </a:p>
          <a:p>
            <a:r>
              <a:t>    "검증",</a:t>
            </a:r>
          </a:p>
          <a:p>
            <a:r>
              <a:t>    "맥락"</a:t>
            </a:r>
          </a:p>
          <a:p>
            <a:r>
              <a:t>  ],</a:t>
            </a:r>
          </a:p>
          <a:p>
            <a:r>
              <a:t>  "diagram_edges": [</a:t>
            </a:r>
          </a:p>
          <a:p>
            <a:r>
              <a:t>    {</a:t>
            </a:r>
          </a:p>
          <a:p>
            <a:r>
              <a:t>      "from": "질문",</a:t>
            </a:r>
          </a:p>
          <a:p>
            <a:r>
              <a:t>      "to": "검증",</a:t>
            </a:r>
          </a:p>
          <a:p>
            <a:r>
              <a:t>      "label": "출처 확인"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"from": "검증",</a:t>
            </a:r>
          </a:p>
          <a:p>
            <a:r>
              <a:t>      "to": "맥락",</a:t>
            </a:r>
          </a:p>
          <a:p>
            <a:r>
              <a:t>      "label": "다른 자료와 비교"</a:t>
            </a:r>
          </a:p>
          <a:p>
            <a:r>
              <a:t>    }</a:t>
            </a:r>
          </a:p>
          <a:p>
            <a:r>
              <a:t>  ],</a:t>
            </a:r>
          </a:p>
          <a:p>
            <a:r>
              <a:t>  "placeholder_reason": "Diagram nodes/edges provided for editable scaffold."</a:t>
            </a:r>
          </a:p>
          <a:p>
            <a:r>
              <a:t>}</a:t>
            </a:r>
          </a:p>
          <a:p/>
          <a:p>
            <a:r>
              <a:t>edit_notes:</a:t>
            </a:r>
          </a:p>
          <a:p>
            <a:r>
              <a:t>- Manual fact-check required before broadcast.</a:t>
            </a:r>
          </a:p>
          <a:p/>
          <a:p>
            <a:r>
              <a:t>speaker_notes:</a:t>
            </a:r>
          </a:p>
          <a:p>
            <a:r>
              <a:t>[국내연결] 정책브리핑 AI 디지털교과서, 국립광주과학관 인공지능관. [주의] 한국 사례 과확장 금지.</a:t>
            </a:r>
          </a:p>
          <a:p>
            <a:r>
              <a:t>[overflow_notes]</a:t>
            </a:r>
          </a:p>
          <a:p>
            <a:r>
              <a:t>한국에서도 AI 디지털교과서와 AI 체험 전시가 이미 정책·기관 사례로 등장한다</a:t>
            </a:r>
          </a:p>
          <a:p>
            <a:r>
              <a:t>다만 한국 사례는 메인 논지의 증명이 아니라 후반 보조 연결로 사용한다</a:t>
            </a:r>
          </a:p>
          <a:p>
            <a:r>
              <a:t>핵심 질문은 한국도 결국 AI를 금지할지보다 어떻게 다룰지라는 쪽으로 옮겨갈 수 있다는 점이다</a:t>
            </a:r>
          </a:p>
          <a:p>
            <a:r>
              <a:t>[source_ref] source_context | Source URL carried from Anny storyline. | https://www.korea.kr/news/policyNewsView.do?newsId=148912089</a:t>
            </a:r>
          </a:p>
          <a:p>
            <a:r>
              <a:t>[source_ref] source_context | Source URL carried from Anny storyline. | https://www.sciencecenter.or.kr/kor/menu/sub.do?menuId=17_275</a:t>
            </a:r>
          </a:p>
          <a:p>
            <a:r>
              <a:t>[check] needs_fact_check=true</a:t>
            </a:r>
          </a:p>
          <a:p>
            <a:r>
              <a:t>[overflow_notes]</a:t>
            </a:r>
          </a:p>
          <a:p>
            <a:r>
              <a:t>한국에서도 AI 디지털교과서와 AI 체험 전시가 이미 정책·기관 사례로 등장한다</a:t>
            </a:r>
          </a:p>
          <a:p>
            <a:r>
              <a:t>다만 한국 사례는 메인 논지의 증명이 아니라 후반 보조 연결로 사용한다</a:t>
            </a:r>
          </a:p>
          <a:p>
            <a:r>
              <a:t>핵심 질문은 한국도 결국 AI를 금지할지보다 어떻게 다룰지라는 쪽으로 옮겨갈 수 있다는 점이다</a:t>
            </a:r>
          </a:p>
          <a:p>
            <a:r>
              <a:t>[source_refs]</a:t>
            </a:r>
          </a:p>
          <a:p>
            <a:r>
              <a:t>[</a:t>
            </a:r>
          </a:p>
          <a:p>
            <a:r>
              <a:t>  {</a:t>
            </a:r>
          </a:p>
          <a:p>
            <a:r>
              <a:t>    "url": "https://www.korea.kr/news/policyNewsView.do?newsId=148912089",</a:t>
            </a:r>
          </a:p>
          <a:p>
            <a:r>
              <a:t>    "role": "source_context",</a:t>
            </a:r>
          </a:p>
          <a:p>
            <a:r>
              <a:t>    "use": "Source URL carried from Anny storyline.",</a:t>
            </a:r>
          </a:p>
          <a:p>
            <a:r>
              <a:t>    "confidence": "medium",</a:t>
            </a:r>
          </a:p>
          <a:p>
            <a:r>
              <a:t>    "manual_check_required": true</a:t>
            </a:r>
          </a:p>
          <a:p>
            <a:r>
              <a:t>  },</a:t>
            </a:r>
          </a:p>
          <a:p>
            <a:r>
              <a:t>  {</a:t>
            </a:r>
          </a:p>
          <a:p>
            <a:r>
              <a:t>    "url": "https://www.sciencecenter.or.kr/kor/menu/sub.do?menuId=17_275",</a:t>
            </a:r>
          </a:p>
          <a:p>
            <a:r>
              <a:t>    "role": "source_context",</a:t>
            </a:r>
          </a:p>
          <a:p>
            <a:r>
              <a:t>    "use": "Source URL carried from Anny storyline.",</a:t>
            </a:r>
          </a:p>
          <a:p>
            <a:r>
              <a:t>    "confidence": "medium",</a:t>
            </a:r>
          </a:p>
          <a:p>
            <a:r>
              <a:t>    "manual_check_required": true</a:t>
            </a:r>
          </a:p>
          <a:p>
            <a:r>
              <a:t>  }</a:t>
            </a:r>
          </a:p>
          <a:p>
            <a:r>
              <a:t>]</a:t>
            </a:r>
          </a:p>
          <a:p>
            <a:r>
              <a:t>[proof_object]</a:t>
            </a:r>
          </a:p>
          <a:p>
            <a:r>
              <a:t>{</a:t>
            </a:r>
          </a:p>
          <a:p>
            <a:r>
              <a:t>  "type": "diagram",</a:t>
            </a:r>
          </a:p>
          <a:p>
            <a:r>
              <a:t>  "screen_position": "center_large",</a:t>
            </a:r>
          </a:p>
          <a:p>
            <a:r>
              <a:t>  "source_name": "정책브리핑",</a:t>
            </a:r>
          </a:p>
          <a:p>
            <a:r>
              <a:t>  "display_title": null,</a:t>
            </a:r>
          </a:p>
          <a:p>
            <a:r>
              <a:t>  "quote_text": null,</a:t>
            </a:r>
          </a:p>
          <a:p>
            <a:r>
              <a:t>  "quote_translation": null,</a:t>
            </a:r>
          </a:p>
          <a:p>
            <a:r>
              <a:t>  "source_url": "https://www.korea.kr/news/policyNewsView.do?newsId=148912089",</a:t>
            </a:r>
          </a:p>
          <a:p>
            <a:r>
              <a:t>  "image_url": null,</a:t>
            </a:r>
          </a:p>
          <a:p>
            <a:r>
              <a:t>  "chart_title": null,</a:t>
            </a:r>
          </a:p>
          <a:p>
            <a:r>
              <a:t>  "chart_source_label": null,</a:t>
            </a:r>
          </a:p>
          <a:p>
            <a:r>
              <a:t>  "data_hint": null,</a:t>
            </a:r>
          </a:p>
          <a:p>
            <a:r>
              <a:t>  "diagram_nodes": [</a:t>
            </a:r>
          </a:p>
          <a:p>
            <a:r>
              <a:t>    "질문",</a:t>
            </a:r>
          </a:p>
          <a:p>
            <a:r>
              <a:t>    "검증",</a:t>
            </a:r>
          </a:p>
          <a:p>
            <a:r>
              <a:t>    "맥락"</a:t>
            </a:r>
          </a:p>
          <a:p>
            <a:r>
              <a:t>  ],</a:t>
            </a:r>
          </a:p>
          <a:p>
            <a:r>
              <a:t>  "diagram_edges": [</a:t>
            </a:r>
          </a:p>
          <a:p>
            <a:r>
              <a:t>    {</a:t>
            </a:r>
          </a:p>
          <a:p>
            <a:r>
              <a:t>      "from": "질문",</a:t>
            </a:r>
          </a:p>
          <a:p>
            <a:r>
              <a:t>      "to": "검증",</a:t>
            </a:r>
          </a:p>
          <a:p>
            <a:r>
              <a:t>      "label": "출처 확인"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"from": "검증",</a:t>
            </a:r>
          </a:p>
          <a:p>
            <a:r>
              <a:t>      "to": "맥락",</a:t>
            </a:r>
          </a:p>
          <a:p>
            <a:r>
              <a:t>      "label": "다른 자료와 비교"</a:t>
            </a:r>
          </a:p>
          <a:p>
            <a:r>
              <a:t>    }</a:t>
            </a:r>
          </a:p>
          <a:p>
            <a:r>
              <a:t>  ],</a:t>
            </a:r>
          </a:p>
          <a:p>
            <a:r>
              <a:t>  "placeholder_reason": "Diagram nodes/edges provided for editable scaffold.",</a:t>
            </a:r>
          </a:p>
          <a:p>
            <a:r>
              <a:t>  "manual_insert_required": true,</a:t>
            </a:r>
          </a:p>
          <a:p>
            <a:r>
              <a:t>  "copyright_risk": false</a:t>
            </a:r>
          </a:p>
          <a:p>
            <a:r>
              <a:t>}</a:t>
            </a:r>
          </a:p>
          <a:p>
            <a:r>
              <a:t>[editor_instruction]</a:t>
            </a:r>
          </a:p>
          <a:p>
            <a:r>
              <a:t>Manual fact-check required before broadcast.</a:t>
            </a:r>
          </a:p>
          <a:p>
            <a:r>
              <a:t>[risk_flags]</a:t>
            </a:r>
          </a:p>
          <a:p>
            <a:r>
              <a:t>[</a:t>
            </a:r>
          </a:p>
          <a:p>
            <a:r>
              <a:t>  "single_source_dependency"</a:t>
            </a:r>
          </a:p>
          <a:p>
            <a:r>
              <a:t>]</a:t>
            </a:r>
          </a:p>
          <a:p/>
          <a:p>
            <a:r>
              <a:t>risk_flags:</a:t>
            </a:r>
          </a:p>
          <a:p>
            <a:r>
              <a:t>[</a:t>
            </a:r>
          </a:p>
          <a:p>
            <a:r>
              <a:t>  "single_source_dependency"</a:t>
            </a:r>
          </a:p>
          <a:p>
            <a:r>
              <a:t>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slide_no: 19</a:t>
            </a:r>
          </a:p>
          <a:p>
            <a:r>
              <a:t>layout_type: comparison</a:t>
            </a:r>
          </a:p>
          <a:p>
            <a:r>
              <a:t>style_profile_loaded: True</a:t>
            </a:r>
          </a:p>
          <a:p>
            <a:r>
              <a:t>style_profile_path: data/style_profiles/syukaworld_ppt_style_profile.json</a:t>
            </a:r>
          </a:p>
          <a:p>
            <a:r>
              <a:t>applied_font_family: 맑은 고딕</a:t>
            </a:r>
          </a:p>
          <a:p>
            <a:r>
              <a:t>applied_fallback_font: Malgun Gothic</a:t>
            </a:r>
          </a:p>
          <a:p>
            <a:r>
              <a:t>source_slide_refs: [</a:t>
            </a:r>
          </a:p>
          <a:p>
            <a:r>
              <a:t>  19</a:t>
            </a:r>
          </a:p>
          <a:p>
            <a:r>
              <a:t>]</a:t>
            </a:r>
          </a:p>
          <a:p>
            <a:r>
              <a:t>proof_object_type: diagram</a:t>
            </a:r>
          </a:p>
          <a:p>
            <a:r>
              <a:t>proof_object_required: True</a:t>
            </a:r>
          </a:p>
          <a:p>
            <a:r>
              <a:t>proof_object_screen_position: center_large</a:t>
            </a:r>
          </a:p>
          <a:p>
            <a:r>
              <a:t>manual_placeholder_hidden: False</a:t>
            </a:r>
          </a:p>
          <a:p/>
          <a:p>
            <a:r>
              <a:t>screen_body_lines:</a:t>
            </a:r>
          </a:p>
          <a:p>
            <a:r>
              <a:t>[]</a:t>
            </a:r>
          </a:p>
          <a:p>
            <a:r>
              <a:t>overflow_body_lines:</a:t>
            </a:r>
          </a:p>
          <a:p>
            <a:r>
              <a:t>[</a:t>
            </a:r>
          </a:p>
          <a:p>
            <a:r>
              <a:t>  "AI가 답을 주는 건 막기 어렵다",</a:t>
            </a:r>
          </a:p>
          <a:p>
            <a:r>
              <a:t>  "그렇다면 사람에게 남겨야 할 것은 답이 아니라 과정일 수 있다",</a:t>
            </a:r>
          </a:p>
          <a:p>
            <a:r>
              <a:t>  "보고, 의심하고, 질문하고, 다시 확인하는 습관이 지식기관의 교육 목표가 될 수 있다"</a:t>
            </a:r>
          </a:p>
          <a:p>
            <a:r>
              <a:t>]</a:t>
            </a:r>
          </a:p>
          <a:p/>
          <a:p>
            <a:r>
              <a:t>source_urls:</a:t>
            </a:r>
          </a:p>
          <a:p>
            <a:r>
              <a:t>- https://www.microsoft.com/en-us/research/publication/from-searchable-to-non-searchable-generative-ai-and-information-diversity-in-online-information-seeking/</a:t>
            </a:r>
          </a:p>
          <a:p/>
          <a:p>
            <a:r>
              <a:t>source_refs:</a:t>
            </a:r>
          </a:p>
          <a:p>
            <a:r>
              <a:t>[</a:t>
            </a:r>
          </a:p>
          <a:p>
            <a:r>
              <a:t>  {</a:t>
            </a:r>
          </a:p>
          <a:p>
            <a:r>
              <a:t>    "url": "https://www.microsoft.com/en-us/research/publication/from-searchable-to-non-searchable-generative-ai-and-information-diversity-in-online-information-seeking/",</a:t>
            </a:r>
          </a:p>
          <a:p>
            <a:r>
              <a:t>    "role": "source_context",</a:t>
            </a:r>
          </a:p>
          <a:p>
            <a:r>
              <a:t>    "use": "Source URL carried from Anny storyline.",</a:t>
            </a:r>
          </a:p>
          <a:p>
            <a:r>
              <a:t>    "confidence": "medium",</a:t>
            </a:r>
          </a:p>
          <a:p>
            <a:r>
              <a:t>    "manual_check_required": false</a:t>
            </a:r>
          </a:p>
          <a:p>
            <a:r>
              <a:t>  }</a:t>
            </a:r>
          </a:p>
          <a:p>
            <a:r>
              <a:t>]</a:t>
            </a:r>
          </a:p>
          <a:p>
            <a:r>
              <a:t>image_urls:</a:t>
            </a:r>
          </a:p>
          <a:p/>
          <a:p>
            <a:r>
              <a:t>flags:</a:t>
            </a:r>
          </a:p>
          <a:p>
            <a:r>
              <a:t>- needs_source: False</a:t>
            </a:r>
          </a:p>
          <a:p>
            <a:r>
              <a:t>- needs_fact_check: False</a:t>
            </a:r>
          </a:p>
          <a:p>
            <a:r>
              <a:t>- required_before_broadcast: False</a:t>
            </a:r>
          </a:p>
          <a:p>
            <a:r>
              <a:t>- copyright_risk: False</a:t>
            </a:r>
          </a:p>
          <a:p/>
          <a:p>
            <a:r>
              <a:t>visual_plan:</a:t>
            </a:r>
          </a:p>
          <a:p>
            <a:r>
              <a:t>{</a:t>
            </a:r>
          </a:p>
          <a:p>
            <a:r>
              <a:t>  "kind": "diagram",</a:t>
            </a:r>
          </a:p>
          <a:p>
            <a:r>
              <a:t>  "description": "Diagram nodes/edges provided for editable scaffold.",</a:t>
            </a:r>
          </a:p>
          <a:p>
            <a:r>
              <a:t>  "source_note": "https://www.microsoft.com/en-us/research/publication/from-searchable-to-non-searchable-generative-ai-and-information-diversity-in-online-information-seeking/",</a:t>
            </a:r>
          </a:p>
          <a:p>
            <a:r>
              <a:t>  "copyright_risk": false,</a:t>
            </a:r>
          </a:p>
          <a:p>
            <a:r>
              <a:t>  "manual_check_required": true,</a:t>
            </a:r>
          </a:p>
          <a:p>
            <a:r>
              <a:t>  "prompt_if_ai_image": null</a:t>
            </a:r>
          </a:p>
          <a:p>
            <a:r>
              <a:t>}</a:t>
            </a:r>
          </a:p>
          <a:p/>
          <a:p>
            <a:r>
              <a:t>proof_object:</a:t>
            </a:r>
          </a:p>
          <a:p>
            <a:r>
              <a:t>{</a:t>
            </a:r>
          </a:p>
          <a:p>
            <a:r>
              <a:t>  "type": "diagram",</a:t>
            </a:r>
          </a:p>
          <a:p>
            <a:r>
              <a:t>  "required": true,</a:t>
            </a:r>
          </a:p>
          <a:p>
            <a:r>
              <a:t>  "screen_position": "center_large",</a:t>
            </a:r>
          </a:p>
          <a:p>
            <a:r>
              <a:t>  "display_label": "[도식]",</a:t>
            </a:r>
          </a:p>
          <a:p>
            <a:r>
              <a:t>  "source_url": "https://www.microsoft.com/en-us/research/publication/from-searchable-to-non-searchable-generative-ai-and-information-diversity-in-online-information-seeking/",</a:t>
            </a:r>
          </a:p>
          <a:p>
            <a:r>
              <a:t>  "image_url": null,</a:t>
            </a:r>
          </a:p>
          <a:p>
            <a:r>
              <a:t>  "copyright_risk": false,</a:t>
            </a:r>
          </a:p>
          <a:p>
            <a:r>
              <a:t>  "manual_insert_required": true,</a:t>
            </a:r>
          </a:p>
          <a:p>
            <a:r>
              <a:t>  "source_name": "Microsoft Research",</a:t>
            </a:r>
          </a:p>
          <a:p>
            <a:r>
              <a:t>  "display_title": null,</a:t>
            </a:r>
          </a:p>
          <a:p>
            <a:r>
              <a:t>  "quote_text": null,</a:t>
            </a:r>
          </a:p>
          <a:p>
            <a:r>
              <a:t>  "quote_translation": null,</a:t>
            </a:r>
          </a:p>
          <a:p>
            <a:r>
              <a:t>  "chart_title": null,</a:t>
            </a:r>
          </a:p>
          <a:p>
            <a:r>
              <a:t>  "chart_source_label": null,</a:t>
            </a:r>
          </a:p>
          <a:p>
            <a:r>
              <a:t>  "data_hint": null,</a:t>
            </a:r>
          </a:p>
          <a:p>
            <a:r>
              <a:t>  "diagram_nodes": [</a:t>
            </a:r>
          </a:p>
          <a:p>
            <a:r>
              <a:t>    "답 제공",</a:t>
            </a:r>
          </a:p>
          <a:p>
            <a:r>
              <a:t>    "질문 훈련",</a:t>
            </a:r>
          </a:p>
          <a:p>
            <a:r>
              <a:t>    "검증",</a:t>
            </a:r>
          </a:p>
          <a:p>
            <a:r>
              <a:t>    "맥락"</a:t>
            </a:r>
          </a:p>
          <a:p>
            <a:r>
              <a:t>  ],</a:t>
            </a:r>
          </a:p>
          <a:p>
            <a:r>
              <a:t>  "diagram_edges": [</a:t>
            </a:r>
          </a:p>
          <a:p>
            <a:r>
              <a:t>    {</a:t>
            </a:r>
          </a:p>
          <a:p>
            <a:r>
              <a:t>      "from": "답 제공",</a:t>
            </a:r>
          </a:p>
          <a:p>
            <a:r>
              <a:t>      "to": "질문 훈련",</a:t>
            </a:r>
          </a:p>
          <a:p>
            <a:r>
              <a:t>      "label": "역할 변화"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"from": "질문 훈련",</a:t>
            </a:r>
          </a:p>
          <a:p>
            <a:r>
              <a:t>      "to": "검증",</a:t>
            </a:r>
          </a:p>
          <a:p>
            <a:r>
              <a:t>      "label": "확인"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"from": "검증",</a:t>
            </a:r>
          </a:p>
          <a:p>
            <a:r>
              <a:t>      "to": "맥락",</a:t>
            </a:r>
          </a:p>
          <a:p>
            <a:r>
              <a:t>      "label": "이해"</a:t>
            </a:r>
          </a:p>
          <a:p>
            <a:r>
              <a:t>    }</a:t>
            </a:r>
          </a:p>
          <a:p>
            <a:r>
              <a:t>  ],</a:t>
            </a:r>
          </a:p>
          <a:p>
            <a:r>
              <a:t>  "placeholder_reason": "Diagram nodes/edges provided for editable scaffold."</a:t>
            </a:r>
          </a:p>
          <a:p>
            <a:r>
              <a:t>}</a:t>
            </a:r>
          </a:p>
          <a:p/>
          <a:p>
            <a:r>
              <a:t>edit_notes:</a:t>
            </a:r>
          </a:p>
          <a:p/>
          <a:p>
            <a:r>
              <a:t>speaker_notes:</a:t>
            </a:r>
          </a:p>
          <a:p>
            <a:r>
              <a:t>[해석] Microsoft Research의 정보탐색 다양성 문제의식과 연결. [주의] 결론 후보로만 사용.</a:t>
            </a:r>
          </a:p>
          <a:p>
            <a:r>
              <a:t>[overflow_notes]</a:t>
            </a:r>
          </a:p>
          <a:p>
            <a:r>
              <a:t>AI가 답을 주는 건 막기 어렵다</a:t>
            </a:r>
          </a:p>
          <a:p>
            <a:r>
              <a:t>그렇다면 사람에게 남겨야 할 것은 답이 아니라 과정일 수 있다</a:t>
            </a:r>
          </a:p>
          <a:p>
            <a:r>
              <a:t>보고, 의심하고, 질문하고, 다시 확인하는 습관이 지식기관의 교육 목표가 될 수 있다</a:t>
            </a:r>
          </a:p>
          <a:p>
            <a:r>
              <a:t>[source_ref] source_context | Source URL carried from Anny storyline. | https://www.microsoft.com/en-us/research/publication/from-searchable-to-non-searchable-generative-ai-and-information-diversity-in-online-information-seeking/</a:t>
            </a:r>
          </a:p>
          <a:p>
            <a:r>
              <a:t>[overflow_notes]</a:t>
            </a:r>
          </a:p>
          <a:p>
            <a:r>
              <a:t>AI가 답을 주는 건 막기 어렵다</a:t>
            </a:r>
          </a:p>
          <a:p>
            <a:r>
              <a:t>그렇다면 사람에게 남겨야 할 것은 답이 아니라 과정일 수 있다</a:t>
            </a:r>
          </a:p>
          <a:p>
            <a:r>
              <a:t>보고, 의심하고, 질문하고, 다시 확인하는 습관이 지식기관의 교육 목표가 될 수 있다</a:t>
            </a:r>
          </a:p>
          <a:p>
            <a:r>
              <a:t>[source_refs]</a:t>
            </a:r>
          </a:p>
          <a:p>
            <a:r>
              <a:t>[</a:t>
            </a:r>
          </a:p>
          <a:p>
            <a:r>
              <a:t>  {</a:t>
            </a:r>
          </a:p>
          <a:p>
            <a:r>
              <a:t>    "url": "https://www.microsoft.com/en-us/research/publication/from-searchable-to-non-searchable-generative-ai-and-information-diversity-in-online-information-seeking/",</a:t>
            </a:r>
          </a:p>
          <a:p>
            <a:r>
              <a:t>    "role": "source_context",</a:t>
            </a:r>
          </a:p>
          <a:p>
            <a:r>
              <a:t>    "use": "Source URL carried from Anny storyline.",</a:t>
            </a:r>
          </a:p>
          <a:p>
            <a:r>
              <a:t>    "confidence": "medium",</a:t>
            </a:r>
          </a:p>
          <a:p>
            <a:r>
              <a:t>    "manual_check_required": false</a:t>
            </a:r>
          </a:p>
          <a:p>
            <a:r>
              <a:t>  }</a:t>
            </a:r>
          </a:p>
          <a:p>
            <a:r>
              <a:t>]</a:t>
            </a:r>
          </a:p>
          <a:p>
            <a:r>
              <a:t>[proof_object]</a:t>
            </a:r>
          </a:p>
          <a:p>
            <a:r>
              <a:t>{</a:t>
            </a:r>
          </a:p>
          <a:p>
            <a:r>
              <a:t>  "type": "diagram",</a:t>
            </a:r>
          </a:p>
          <a:p>
            <a:r>
              <a:t>  "screen_position": "center_large",</a:t>
            </a:r>
          </a:p>
          <a:p>
            <a:r>
              <a:t>  "source_name": "Microsoft Research",</a:t>
            </a:r>
          </a:p>
          <a:p>
            <a:r>
              <a:t>  "display_title": null,</a:t>
            </a:r>
          </a:p>
          <a:p>
            <a:r>
              <a:t>  "quote_text": null,</a:t>
            </a:r>
          </a:p>
          <a:p>
            <a:r>
              <a:t>  "quote_translation": null,</a:t>
            </a:r>
          </a:p>
          <a:p>
            <a:r>
              <a:t>  "source_url": "https://www.microsoft.com/en-us/research/publication/from-searchable-to-non-searchable-generative-ai-and-information-diversity-in-online-information-seeking/",</a:t>
            </a:r>
          </a:p>
          <a:p>
            <a:r>
              <a:t>  "image_url": null,</a:t>
            </a:r>
          </a:p>
          <a:p>
            <a:r>
              <a:t>  "chart_title": null,</a:t>
            </a:r>
          </a:p>
          <a:p>
            <a:r>
              <a:t>  "chart_source_label": null,</a:t>
            </a:r>
          </a:p>
          <a:p>
            <a:r>
              <a:t>  "data_hint": null,</a:t>
            </a:r>
          </a:p>
          <a:p>
            <a:r>
              <a:t>  "diagram_nodes": [</a:t>
            </a:r>
          </a:p>
          <a:p>
            <a:r>
              <a:t>    "답 제공",</a:t>
            </a:r>
          </a:p>
          <a:p>
            <a:r>
              <a:t>    "질문 훈련",</a:t>
            </a:r>
          </a:p>
          <a:p>
            <a:r>
              <a:t>    "검증",</a:t>
            </a:r>
          </a:p>
          <a:p>
            <a:r>
              <a:t>    "맥락"</a:t>
            </a:r>
          </a:p>
          <a:p>
            <a:r>
              <a:t>  ],</a:t>
            </a:r>
          </a:p>
          <a:p>
            <a:r>
              <a:t>  "diagram_edges": [</a:t>
            </a:r>
          </a:p>
          <a:p>
            <a:r>
              <a:t>    {</a:t>
            </a:r>
          </a:p>
          <a:p>
            <a:r>
              <a:t>      "from": "답 제공",</a:t>
            </a:r>
          </a:p>
          <a:p>
            <a:r>
              <a:t>      "to": "질문 훈련",</a:t>
            </a:r>
          </a:p>
          <a:p>
            <a:r>
              <a:t>      "label": "역할 변화"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"from": "질문 훈련",</a:t>
            </a:r>
          </a:p>
          <a:p>
            <a:r>
              <a:t>      "to": "검증",</a:t>
            </a:r>
          </a:p>
          <a:p>
            <a:r>
              <a:t>      "label": "확인"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"from": "검증",</a:t>
            </a:r>
          </a:p>
          <a:p>
            <a:r>
              <a:t>      "to": "맥락",</a:t>
            </a:r>
          </a:p>
          <a:p>
            <a:r>
              <a:t>      "label": "이해"</a:t>
            </a:r>
          </a:p>
          <a:p>
            <a:r>
              <a:t>    }</a:t>
            </a:r>
          </a:p>
          <a:p>
            <a:r>
              <a:t>  ],</a:t>
            </a:r>
          </a:p>
          <a:p>
            <a:r>
              <a:t>  "placeholder_reason": "Diagram nodes/edges provided for editable scaffold.",</a:t>
            </a:r>
          </a:p>
          <a:p>
            <a:r>
              <a:t>  "manual_insert_required": true,</a:t>
            </a:r>
          </a:p>
          <a:p>
            <a:r>
              <a:t>  "copyright_risk": false</a:t>
            </a:r>
          </a:p>
          <a:p>
            <a: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slide_no: 20</a:t>
            </a:r>
          </a:p>
          <a:p>
            <a:r>
              <a:t>layout_type: section_title</a:t>
            </a:r>
          </a:p>
          <a:p>
            <a:r>
              <a:t>style_profile_loaded: True</a:t>
            </a:r>
          </a:p>
          <a:p>
            <a:r>
              <a:t>style_profile_path: data/style_profiles/syukaworld_ppt_style_profile.json</a:t>
            </a:r>
          </a:p>
          <a:p>
            <a:r>
              <a:t>applied_font_family: 맑은 고딕</a:t>
            </a:r>
          </a:p>
          <a:p>
            <a:r>
              <a:t>applied_fallback_font: Malgun Gothic</a:t>
            </a:r>
          </a:p>
          <a:p>
            <a:r>
              <a:t>source_slide_refs: [</a:t>
            </a:r>
          </a:p>
          <a:p>
            <a:r>
              <a:t>  20</a:t>
            </a:r>
          </a:p>
          <a:p>
            <a:r>
              <a:t>]</a:t>
            </a:r>
          </a:p>
          <a:p>
            <a:r>
              <a:t>proof_object_type: none</a:t>
            </a:r>
          </a:p>
          <a:p>
            <a:r>
              <a:t>proof_object_required: False</a:t>
            </a:r>
          </a:p>
          <a:p>
            <a:r>
              <a:t>proof_object_screen_position: none</a:t>
            </a:r>
          </a:p>
          <a:p>
            <a:r>
              <a:t>manual_placeholder_hidden: False</a:t>
            </a:r>
          </a:p>
          <a:p/>
          <a:p>
            <a:r>
              <a:t>screen_body_lines:</a:t>
            </a:r>
          </a:p>
          <a:p>
            <a:r>
              <a:t>[</a:t>
            </a:r>
          </a:p>
          <a:p>
            <a:r>
              <a:t>  "마지막 질문은 찬반이 아니라 교육의 역할"</a:t>
            </a:r>
          </a:p>
          <a:p>
            <a:r>
              <a:t>]</a:t>
            </a:r>
          </a:p>
          <a:p>
            <a:r>
              <a:t>overflow_body_lines:</a:t>
            </a:r>
          </a:p>
          <a:p>
            <a:r>
              <a:t>[]</a:t>
            </a:r>
          </a:p>
          <a:p/>
          <a:p>
            <a:r>
              <a:t>source_urls:</a:t>
            </a:r>
          </a:p>
          <a:p>
            <a:r>
              <a:t>image_urls:</a:t>
            </a:r>
          </a:p>
          <a:p/>
          <a:p>
            <a:r>
              <a:t>flags:</a:t>
            </a:r>
          </a:p>
          <a:p>
            <a:r>
              <a:t>- needs_source: False</a:t>
            </a:r>
          </a:p>
          <a:p>
            <a:r>
              <a:t>- needs_fact_check: False</a:t>
            </a:r>
          </a:p>
          <a:p>
            <a:r>
              <a:t>- required_before_broadcast: False</a:t>
            </a:r>
          </a:p>
          <a:p>
            <a:r>
              <a:t>- copyright_risk: False</a:t>
            </a:r>
          </a:p>
          <a:p/>
          <a:p>
            <a:r>
              <a:t>visual_plan:</a:t>
            </a:r>
          </a:p>
          <a:p>
            <a:r>
              <a:t>{</a:t>
            </a:r>
          </a:p>
          <a:p>
            <a:r>
              <a:t>  "kind": "none",</a:t>
            </a:r>
          </a:p>
          <a:p>
            <a:r>
              <a:t>  "description": "",</a:t>
            </a:r>
          </a:p>
          <a:p>
            <a:r>
              <a:t>  "source_note": null,</a:t>
            </a:r>
          </a:p>
          <a:p>
            <a:r>
              <a:t>  "copyright_risk": false,</a:t>
            </a:r>
          </a:p>
          <a:p>
            <a:r>
              <a:t>  "manual_check_required": false,</a:t>
            </a:r>
          </a:p>
          <a:p>
            <a:r>
              <a:t>  "prompt_if_ai_image": null</a:t>
            </a:r>
          </a:p>
          <a:p>
            <a:r>
              <a:t>}</a:t>
            </a:r>
          </a:p>
          <a:p/>
          <a:p>
            <a:r>
              <a:t>proof_object:</a:t>
            </a:r>
          </a:p>
          <a:p>
            <a:r>
              <a:t>{</a:t>
            </a:r>
          </a:p>
          <a:p>
            <a:r>
              <a:t>  "type": "none",</a:t>
            </a:r>
          </a:p>
          <a:p>
            <a:r>
              <a:t>  "required": false,</a:t>
            </a:r>
          </a:p>
          <a:p>
            <a:r>
              <a:t>  "screen_position": "none",</a:t>
            </a:r>
          </a:p>
          <a:p>
            <a:r>
              <a:t>  "display_label": "",</a:t>
            </a:r>
          </a:p>
          <a:p>
            <a:r>
              <a:t>  "source_url": null,</a:t>
            </a:r>
          </a:p>
          <a:p>
            <a:r>
              <a:t>  "image_url": null,</a:t>
            </a:r>
          </a:p>
          <a:p>
            <a:r>
              <a:t>  "copyright_risk": false,</a:t>
            </a:r>
          </a:p>
          <a:p>
            <a:r>
              <a:t>  "manual_insert_required": false,</a:t>
            </a:r>
          </a:p>
          <a:p>
            <a:r>
              <a:t>  "source_name": null,</a:t>
            </a:r>
          </a:p>
          <a:p>
            <a:r>
              <a:t>  "display_title": null,</a:t>
            </a:r>
          </a:p>
          <a:p>
            <a:r>
              <a:t>  "quote_text": null,</a:t>
            </a:r>
          </a:p>
          <a:p>
            <a:r>
              <a:t>  "quote_translation": null,</a:t>
            </a:r>
          </a:p>
          <a:p>
            <a:r>
              <a:t>  "chart_title": null,</a:t>
            </a:r>
          </a:p>
          <a:p>
            <a:r>
              <a:t>  "chart_source_label": null,</a:t>
            </a:r>
          </a:p>
          <a:p>
            <a:r>
              <a:t>  "data_hint": null,</a:t>
            </a:r>
          </a:p>
          <a:p>
            <a:r>
              <a:t>  "diagram_nodes": [],</a:t>
            </a:r>
          </a:p>
          <a:p>
            <a:r>
              <a:t>  "diagram_edges": [],</a:t>
            </a:r>
          </a:p>
          <a:p>
            <a:r>
              <a:t>  "placeholder_reason": null</a:t>
            </a:r>
          </a:p>
          <a:p>
            <a:r>
              <a:t>}</a:t>
            </a:r>
          </a:p>
          <a:p/>
          <a:p>
            <a:r>
              <a:t>edit_notes:</a:t>
            </a:r>
          </a:p>
          <a:p/>
          <a:p>
            <a:r>
              <a:t>speaker_notes:</a:t>
            </a:r>
          </a:p>
          <a:p>
            <a:r>
              <a:t>[섹션] AI 비판/찬양으로 단순화하지 말 것.</a:t>
            </a:r>
          </a:p>
          <a:p>
            <a:r>
              <a:t>[proof_object]</a:t>
            </a:r>
          </a:p>
          <a:p>
            <a:r>
              <a:t>{</a:t>
            </a:r>
          </a:p>
          <a:p>
            <a:r>
              <a:t>  "type": "none",</a:t>
            </a:r>
          </a:p>
          <a:p>
            <a:r>
              <a:t>  "screen_position": "none",</a:t>
            </a:r>
          </a:p>
          <a:p>
            <a:r>
              <a:t>  "source_name": null,</a:t>
            </a:r>
          </a:p>
          <a:p>
            <a:r>
              <a:t>  "display_title": null,</a:t>
            </a:r>
          </a:p>
          <a:p>
            <a:r>
              <a:t>  "quote_text": null,</a:t>
            </a:r>
          </a:p>
          <a:p>
            <a:r>
              <a:t>  "quote_translation": null,</a:t>
            </a:r>
          </a:p>
          <a:p>
            <a:r>
              <a:t>  "source_url": null,</a:t>
            </a:r>
          </a:p>
          <a:p>
            <a:r>
              <a:t>  "image_url": null,</a:t>
            </a:r>
          </a:p>
          <a:p>
            <a:r>
              <a:t>  "chart_title": null,</a:t>
            </a:r>
          </a:p>
          <a:p>
            <a:r>
              <a:t>  "chart_source_label": null,</a:t>
            </a:r>
          </a:p>
          <a:p>
            <a:r>
              <a:t>  "data_hint": null,</a:t>
            </a:r>
          </a:p>
          <a:p>
            <a:r>
              <a:t>  "diagram_nodes": [],</a:t>
            </a:r>
          </a:p>
          <a:p>
            <a:r>
              <a:t>  "diagram_edges": [],</a:t>
            </a:r>
          </a:p>
          <a:p>
            <a:r>
              <a:t>  "placeholder_reason": null,</a:t>
            </a:r>
          </a:p>
          <a:p>
            <a:r>
              <a:t>  "manual_insert_required": false,</a:t>
            </a:r>
          </a:p>
          <a:p>
            <a:r>
              <a:t>  "copyright_risk": false</a:t>
            </a:r>
          </a:p>
          <a:p>
            <a: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slide_no: 21</a:t>
            </a:r>
          </a:p>
          <a:p>
            <a:r>
              <a:t>layout_type: comparison</a:t>
            </a:r>
          </a:p>
          <a:p>
            <a:r>
              <a:t>style_profile_loaded: True</a:t>
            </a:r>
          </a:p>
          <a:p>
            <a:r>
              <a:t>style_profile_path: data/style_profiles/syukaworld_ppt_style_profile.json</a:t>
            </a:r>
          </a:p>
          <a:p>
            <a:r>
              <a:t>applied_font_family: 맑은 고딕</a:t>
            </a:r>
          </a:p>
          <a:p>
            <a:r>
              <a:t>applied_fallback_font: Malgun Gothic</a:t>
            </a:r>
          </a:p>
          <a:p>
            <a:r>
              <a:t>source_slide_refs: [</a:t>
            </a:r>
          </a:p>
          <a:p>
            <a:r>
              <a:t>  21</a:t>
            </a:r>
          </a:p>
          <a:p>
            <a:r>
              <a:t>]</a:t>
            </a:r>
          </a:p>
          <a:p>
            <a:r>
              <a:t>proof_object_type: diagram</a:t>
            </a:r>
          </a:p>
          <a:p>
            <a:r>
              <a:t>proof_object_required: True</a:t>
            </a:r>
          </a:p>
          <a:p>
            <a:r>
              <a:t>proof_object_screen_position: center_large</a:t>
            </a:r>
          </a:p>
          <a:p>
            <a:r>
              <a:t>manual_placeholder_hidden: False</a:t>
            </a:r>
          </a:p>
          <a:p/>
          <a:p>
            <a:r>
              <a:t>screen_body_lines:</a:t>
            </a:r>
          </a:p>
          <a:p>
            <a:r>
              <a:t>[]</a:t>
            </a:r>
          </a:p>
          <a:p>
            <a:r>
              <a:t>overflow_body_lines:</a:t>
            </a:r>
          </a:p>
          <a:p>
            <a:r>
              <a:t>[</a:t>
            </a:r>
          </a:p>
          <a:p>
            <a:r>
              <a:t>  "학생도, 직장인도, 관람객도 이미 AI와 함께 정보를 찾는다",</a:t>
            </a:r>
          </a:p>
          <a:p>
            <a:r>
              <a:t>  "반대로 AI는 학습 접근성과 개인화 가능성을 높일 수 있다는 주장도 있다",</a:t>
            </a:r>
          </a:p>
          <a:p>
            <a:r>
              <a:t>  "그래서 문제는 사용 여부가 아니라, 어떤 질문을 던지고 어떤 답을 의심할지에 가깝다"</a:t>
            </a:r>
          </a:p>
          <a:p>
            <a:r>
              <a:t>]</a:t>
            </a:r>
          </a:p>
          <a:p/>
          <a:p>
            <a:r>
              <a:t>source_urls:</a:t>
            </a:r>
          </a:p>
          <a:p>
            <a:r>
              <a:t>- https://www.unesco.org/en/articles/ai-and-education-protecting-rights-learners</a:t>
            </a:r>
          </a:p>
          <a:p>
            <a:r>
              <a:t>- https://www.oecd.org/en/publications/oecd-digital-education-outlook-2026_062a7394-en.html</a:t>
            </a:r>
          </a:p>
          <a:p/>
          <a:p>
            <a:r>
              <a:t>source_refs:</a:t>
            </a:r>
          </a:p>
          <a:p>
            <a:r>
              <a:t>[</a:t>
            </a:r>
          </a:p>
          <a:p>
            <a:r>
              <a:t>  {</a:t>
            </a:r>
          </a:p>
          <a:p>
            <a:r>
              <a:t>    "url": "https://www.unesco.org/en/articles/ai-and-education-protecting-rights-learners",</a:t>
            </a:r>
          </a:p>
          <a:p>
            <a:r>
              <a:t>    "role": "source_context",</a:t>
            </a:r>
          </a:p>
          <a:p>
            <a:r>
              <a:t>    "use": "Source URL carried from Anny storyline.",</a:t>
            </a:r>
          </a:p>
          <a:p>
            <a:r>
              <a:t>    "confidence": "medium",</a:t>
            </a:r>
          </a:p>
          <a:p>
            <a:r>
              <a:t>    "manual_check_required": true</a:t>
            </a:r>
          </a:p>
          <a:p>
            <a:r>
              <a:t>  },</a:t>
            </a:r>
          </a:p>
          <a:p>
            <a:r>
              <a:t>  {</a:t>
            </a:r>
          </a:p>
          <a:p>
            <a:r>
              <a:t>    "url": "https://www.oecd.org/en/publications/oecd-digital-education-outlook-2026_062a7394-en.html",</a:t>
            </a:r>
          </a:p>
          <a:p>
            <a:r>
              <a:t>    "role": "source_context",</a:t>
            </a:r>
          </a:p>
          <a:p>
            <a:r>
              <a:t>    "use": "Source URL carried from Anny storyline.",</a:t>
            </a:r>
          </a:p>
          <a:p>
            <a:r>
              <a:t>    "confidence": "medium",</a:t>
            </a:r>
          </a:p>
          <a:p>
            <a:r>
              <a:t>    "manual_check_required": true</a:t>
            </a:r>
          </a:p>
          <a:p>
            <a:r>
              <a:t>  }</a:t>
            </a:r>
          </a:p>
          <a:p>
            <a:r>
              <a:t>]</a:t>
            </a:r>
          </a:p>
          <a:p>
            <a:r>
              <a:t>image_urls:</a:t>
            </a:r>
          </a:p>
          <a:p/>
          <a:p>
            <a:r>
              <a:t>flags:</a:t>
            </a:r>
          </a:p>
          <a:p>
            <a:r>
              <a:t>- needs_source: False</a:t>
            </a:r>
          </a:p>
          <a:p>
            <a:r>
              <a:t>- needs_fact_check: True</a:t>
            </a:r>
          </a:p>
          <a:p>
            <a:r>
              <a:t>- required_before_broadcast: False</a:t>
            </a:r>
          </a:p>
          <a:p>
            <a:r>
              <a:t>- copyright_risk: False</a:t>
            </a:r>
          </a:p>
          <a:p/>
          <a:p>
            <a:r>
              <a:t>visual_plan:</a:t>
            </a:r>
          </a:p>
          <a:p>
            <a:r>
              <a:t>{</a:t>
            </a:r>
          </a:p>
          <a:p>
            <a:r>
              <a:t>  "kind": "diagram",</a:t>
            </a:r>
          </a:p>
          <a:p>
            <a:r>
              <a:t>  "description": "Diagram nodes/edges provided for editable scaffold.",</a:t>
            </a:r>
          </a:p>
          <a:p>
            <a:r>
              <a:t>  "source_note": "https://www.unesco.org/en/articles/ai-and-education-protecting-rights-learners",</a:t>
            </a:r>
          </a:p>
          <a:p>
            <a:r>
              <a:t>  "copyright_risk": false,</a:t>
            </a:r>
          </a:p>
          <a:p>
            <a:r>
              <a:t>  "manual_check_required": true,</a:t>
            </a:r>
          </a:p>
          <a:p>
            <a:r>
              <a:t>  "prompt_if_ai_image": null</a:t>
            </a:r>
          </a:p>
          <a:p>
            <a:r>
              <a:t>}</a:t>
            </a:r>
          </a:p>
          <a:p/>
          <a:p>
            <a:r>
              <a:t>proof_object:</a:t>
            </a:r>
          </a:p>
          <a:p>
            <a:r>
              <a:t>{</a:t>
            </a:r>
          </a:p>
          <a:p>
            <a:r>
              <a:t>  "type": "diagram",</a:t>
            </a:r>
          </a:p>
          <a:p>
            <a:r>
              <a:t>  "required": true,</a:t>
            </a:r>
          </a:p>
          <a:p>
            <a:r>
              <a:t>  "screen_position": "center_large",</a:t>
            </a:r>
          </a:p>
          <a:p>
            <a:r>
              <a:t>  "display_label": "[도식]",</a:t>
            </a:r>
          </a:p>
          <a:p>
            <a:r>
              <a:t>  "source_url": "https://www.unesco.org/en/articles/ai-and-education-protecting-rights-learners",</a:t>
            </a:r>
          </a:p>
          <a:p>
            <a:r>
              <a:t>  "image_url": null,</a:t>
            </a:r>
          </a:p>
          <a:p>
            <a:r>
              <a:t>  "copyright_risk": false,</a:t>
            </a:r>
          </a:p>
          <a:p>
            <a:r>
              <a:t>  "manual_insert_required": true,</a:t>
            </a:r>
          </a:p>
          <a:p>
            <a:r>
              <a:t>  "source_name": "UNESCO",</a:t>
            </a:r>
          </a:p>
          <a:p>
            <a:r>
              <a:t>  "display_title": null,</a:t>
            </a:r>
          </a:p>
          <a:p>
            <a:r>
              <a:t>  "quote_text": null,</a:t>
            </a:r>
          </a:p>
          <a:p>
            <a:r>
              <a:t>  "quote_translation": null,</a:t>
            </a:r>
          </a:p>
          <a:p>
            <a:r>
              <a:t>  "chart_title": null,</a:t>
            </a:r>
          </a:p>
          <a:p>
            <a:r>
              <a:t>  "chart_source_label": null,</a:t>
            </a:r>
          </a:p>
          <a:p>
            <a:r>
              <a:t>  "data_hint": null,</a:t>
            </a:r>
          </a:p>
          <a:p>
            <a:r>
              <a:t>  "diagram_nodes": [</a:t>
            </a:r>
          </a:p>
          <a:p>
            <a:r>
              <a:t>    "질문",</a:t>
            </a:r>
          </a:p>
          <a:p>
            <a:r>
              <a:t>    "검증",</a:t>
            </a:r>
          </a:p>
          <a:p>
            <a:r>
              <a:t>    "맥락"</a:t>
            </a:r>
          </a:p>
          <a:p>
            <a:r>
              <a:t>  ],</a:t>
            </a:r>
          </a:p>
          <a:p>
            <a:r>
              <a:t>  "diagram_edges": [</a:t>
            </a:r>
          </a:p>
          <a:p>
            <a:r>
              <a:t>    {</a:t>
            </a:r>
          </a:p>
          <a:p>
            <a:r>
              <a:t>      "from": "질문",</a:t>
            </a:r>
          </a:p>
          <a:p>
            <a:r>
              <a:t>      "to": "검증",</a:t>
            </a:r>
          </a:p>
          <a:p>
            <a:r>
              <a:t>      "label": "출처 확인"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"from": "검증",</a:t>
            </a:r>
          </a:p>
          <a:p>
            <a:r>
              <a:t>      "to": "맥락",</a:t>
            </a:r>
          </a:p>
          <a:p>
            <a:r>
              <a:t>      "label": "다른 자료와 비교"</a:t>
            </a:r>
          </a:p>
          <a:p>
            <a:r>
              <a:t>    }</a:t>
            </a:r>
          </a:p>
          <a:p>
            <a:r>
              <a:t>  ],</a:t>
            </a:r>
          </a:p>
          <a:p>
            <a:r>
              <a:t>  "placeholder_reason": "Diagram nodes/edges provided for editable scaffold."</a:t>
            </a:r>
          </a:p>
          <a:p>
            <a:r>
              <a:t>}</a:t>
            </a:r>
          </a:p>
          <a:p/>
          <a:p>
            <a:r>
              <a:t>edit_notes:</a:t>
            </a:r>
          </a:p>
          <a:p>
            <a:r>
              <a:t>- Manual fact-check required before broadcast.</a:t>
            </a:r>
          </a:p>
          <a:p/>
          <a:p>
            <a:r>
              <a:t>speaker_notes:</a:t>
            </a:r>
          </a:p>
          <a:p>
            <a:r>
              <a:t>[반대관점] UNESCO — access and personalized learning. [근거] OECD Digital Education Outlook. [주의] AI 찬양/비판 단순화 금지.</a:t>
            </a:r>
          </a:p>
          <a:p>
            <a:r>
              <a:t>[overflow_notes]</a:t>
            </a:r>
          </a:p>
          <a:p>
            <a:r>
              <a:t>학생도, 직장인도, 관람객도 이미 AI와 함께 정보를 찾는다</a:t>
            </a:r>
          </a:p>
          <a:p>
            <a:r>
              <a:t>반대로 AI는 학습 접근성과 개인화 가능성을 높일 수 있다는 주장도 있다</a:t>
            </a:r>
          </a:p>
          <a:p>
            <a:r>
              <a:t>그래서 문제는 사용 여부가 아니라, 어떤 질문을 던지고 어떤 답을 의심할지에 가깝다</a:t>
            </a:r>
          </a:p>
          <a:p>
            <a:r>
              <a:t>[source_ref] source_context | Source URL carried from Anny storyline. | https://www.unesco.org/en/articles/ai-and-education-protecting-rights-learners</a:t>
            </a:r>
          </a:p>
          <a:p>
            <a:r>
              <a:t>[source_ref] source_context | Source URL carried from Anny storyline. | https://www.oecd.org/en/publications/oecd-digital-education-outlook-2026_062a7394-en.html</a:t>
            </a:r>
          </a:p>
          <a:p>
            <a:r>
              <a:t>[check] needs_fact_check=true</a:t>
            </a:r>
          </a:p>
          <a:p>
            <a:r>
              <a:t>[overflow_notes]</a:t>
            </a:r>
          </a:p>
          <a:p>
            <a:r>
              <a:t>학생도, 직장인도, 관람객도 이미 AI와 함께 정보를 찾는다</a:t>
            </a:r>
          </a:p>
          <a:p>
            <a:r>
              <a:t>반대로 AI는 학습 접근성과 개인화 가능성을 높일 수 있다는 주장도 있다</a:t>
            </a:r>
          </a:p>
          <a:p>
            <a:r>
              <a:t>그래서 문제는 사용 여부가 아니라, 어떤 질문을 던지고 어떤 답을 의심할지에 가깝다</a:t>
            </a:r>
          </a:p>
          <a:p>
            <a:r>
              <a:t>[source_refs]</a:t>
            </a:r>
          </a:p>
          <a:p>
            <a:r>
              <a:t>[</a:t>
            </a:r>
          </a:p>
          <a:p>
            <a:r>
              <a:t>  {</a:t>
            </a:r>
          </a:p>
          <a:p>
            <a:r>
              <a:t>    "url": "https://www.unesco.org/en/articles/ai-and-education-protecting-rights-learners",</a:t>
            </a:r>
          </a:p>
          <a:p>
            <a:r>
              <a:t>    "role": "source_context",</a:t>
            </a:r>
          </a:p>
          <a:p>
            <a:r>
              <a:t>    "use": "Source URL carried from Anny storyline.",</a:t>
            </a:r>
          </a:p>
          <a:p>
            <a:r>
              <a:t>    "confidence": "medium",</a:t>
            </a:r>
          </a:p>
          <a:p>
            <a:r>
              <a:t>    "manual_check_required": true</a:t>
            </a:r>
          </a:p>
          <a:p>
            <a:r>
              <a:t>  },</a:t>
            </a:r>
          </a:p>
          <a:p>
            <a:r>
              <a:t>  {</a:t>
            </a:r>
          </a:p>
          <a:p>
            <a:r>
              <a:t>    "url": "https://www.oecd.org/en/publications/oecd-digital-education-outlook-2026_062a7394-en.html",</a:t>
            </a:r>
          </a:p>
          <a:p>
            <a:r>
              <a:t>    "role": "source_context",</a:t>
            </a:r>
          </a:p>
          <a:p>
            <a:r>
              <a:t>    "use": "Source URL carried from Anny storyline.",</a:t>
            </a:r>
          </a:p>
          <a:p>
            <a:r>
              <a:t>    "confidence": "medium",</a:t>
            </a:r>
          </a:p>
          <a:p>
            <a:r>
              <a:t>    "manual_check_required": true</a:t>
            </a:r>
          </a:p>
          <a:p>
            <a:r>
              <a:t>  }</a:t>
            </a:r>
          </a:p>
          <a:p>
            <a:r>
              <a:t>]</a:t>
            </a:r>
          </a:p>
          <a:p>
            <a:r>
              <a:t>[proof_object]</a:t>
            </a:r>
          </a:p>
          <a:p>
            <a:r>
              <a:t>{</a:t>
            </a:r>
          </a:p>
          <a:p>
            <a:r>
              <a:t>  "type": "diagram",</a:t>
            </a:r>
          </a:p>
          <a:p>
            <a:r>
              <a:t>  "screen_position": "center_large",</a:t>
            </a:r>
          </a:p>
          <a:p>
            <a:r>
              <a:t>  "source_name": "UNESCO",</a:t>
            </a:r>
          </a:p>
          <a:p>
            <a:r>
              <a:t>  "display_title": null,</a:t>
            </a:r>
          </a:p>
          <a:p>
            <a:r>
              <a:t>  "quote_text": null,</a:t>
            </a:r>
          </a:p>
          <a:p>
            <a:r>
              <a:t>  "quote_translation": null,</a:t>
            </a:r>
          </a:p>
          <a:p>
            <a:r>
              <a:t>  "source_url": "https://www.unesco.org/en/articles/ai-and-education-protecting-rights-learners",</a:t>
            </a:r>
          </a:p>
          <a:p>
            <a:r>
              <a:t>  "image_url": null,</a:t>
            </a:r>
          </a:p>
          <a:p>
            <a:r>
              <a:t>  "chart_title": null,</a:t>
            </a:r>
          </a:p>
          <a:p>
            <a:r>
              <a:t>  "chart_source_label": null,</a:t>
            </a:r>
          </a:p>
          <a:p>
            <a:r>
              <a:t>  "data_hint": null,</a:t>
            </a:r>
          </a:p>
          <a:p>
            <a:r>
              <a:t>  "diagram_nodes": [</a:t>
            </a:r>
          </a:p>
          <a:p>
            <a:r>
              <a:t>    "질문",</a:t>
            </a:r>
          </a:p>
          <a:p>
            <a:r>
              <a:t>    "검증",</a:t>
            </a:r>
          </a:p>
          <a:p>
            <a:r>
              <a:t>    "맥락"</a:t>
            </a:r>
          </a:p>
          <a:p>
            <a:r>
              <a:t>  ],</a:t>
            </a:r>
          </a:p>
          <a:p>
            <a:r>
              <a:t>  "diagram_edges": [</a:t>
            </a:r>
          </a:p>
          <a:p>
            <a:r>
              <a:t>    {</a:t>
            </a:r>
          </a:p>
          <a:p>
            <a:r>
              <a:t>      "from": "질문",</a:t>
            </a:r>
          </a:p>
          <a:p>
            <a:r>
              <a:t>      "to": "검증",</a:t>
            </a:r>
          </a:p>
          <a:p>
            <a:r>
              <a:t>      "label": "출처 확인"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"from": "검증",</a:t>
            </a:r>
          </a:p>
          <a:p>
            <a:r>
              <a:t>      "to": "맥락",</a:t>
            </a:r>
          </a:p>
          <a:p>
            <a:r>
              <a:t>      "label": "다른 자료와 비교"</a:t>
            </a:r>
          </a:p>
          <a:p>
            <a:r>
              <a:t>    }</a:t>
            </a:r>
          </a:p>
          <a:p>
            <a:r>
              <a:t>  ],</a:t>
            </a:r>
          </a:p>
          <a:p>
            <a:r>
              <a:t>  "placeholder_reason": "Diagram nodes/edges provided for editable scaffold.",</a:t>
            </a:r>
          </a:p>
          <a:p>
            <a:r>
              <a:t>  "manual_insert_required": true,</a:t>
            </a:r>
          </a:p>
          <a:p>
            <a:r>
              <a:t>  "copyright_risk": false</a:t>
            </a:r>
          </a:p>
          <a:p>
            <a:r>
              <a:t>}</a:t>
            </a:r>
          </a:p>
          <a:p>
            <a:r>
              <a:t>[editor_instruction]</a:t>
            </a:r>
          </a:p>
          <a:p>
            <a:r>
              <a:t>Manual fact-check required before broadcast.</a:t>
            </a:r>
          </a:p>
          <a:p>
            <a:r>
              <a:t>[risk_flags]</a:t>
            </a:r>
          </a:p>
          <a:p>
            <a:r>
              <a:t>[</a:t>
            </a:r>
          </a:p>
          <a:p>
            <a:r>
              <a:t>  "single_source_dependency"</a:t>
            </a:r>
          </a:p>
          <a:p>
            <a:r>
              <a:t>]</a:t>
            </a:r>
          </a:p>
          <a:p/>
          <a:p>
            <a:r>
              <a:t>risk_flags:</a:t>
            </a:r>
          </a:p>
          <a:p>
            <a:r>
              <a:t>[</a:t>
            </a:r>
          </a:p>
          <a:p>
            <a:r>
              <a:t>  "single_source_dependency"</a:t>
            </a:r>
          </a:p>
          <a:p>
            <a:r>
              <a:t>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slide_no: 22</a:t>
            </a:r>
          </a:p>
          <a:p>
            <a:r>
              <a:t>layout_type: comparison</a:t>
            </a:r>
          </a:p>
          <a:p>
            <a:r>
              <a:t>style_profile_loaded: True</a:t>
            </a:r>
          </a:p>
          <a:p>
            <a:r>
              <a:t>style_profile_path: data/style_profiles/syukaworld_ppt_style_profile.json</a:t>
            </a:r>
          </a:p>
          <a:p>
            <a:r>
              <a:t>applied_font_family: 맑은 고딕</a:t>
            </a:r>
          </a:p>
          <a:p>
            <a:r>
              <a:t>applied_fallback_font: Malgun Gothic</a:t>
            </a:r>
          </a:p>
          <a:p>
            <a:r>
              <a:t>source_slide_refs: [</a:t>
            </a:r>
          </a:p>
          <a:p>
            <a:r>
              <a:t>  22</a:t>
            </a:r>
          </a:p>
          <a:p>
            <a:r>
              <a:t>]</a:t>
            </a:r>
          </a:p>
          <a:p>
            <a:r>
              <a:t>proof_object_type: diagram</a:t>
            </a:r>
          </a:p>
          <a:p>
            <a:r>
              <a:t>proof_object_required: True</a:t>
            </a:r>
          </a:p>
          <a:p>
            <a:r>
              <a:t>proof_object_screen_position: center_large</a:t>
            </a:r>
          </a:p>
          <a:p>
            <a:r>
              <a:t>manual_placeholder_hidden: False</a:t>
            </a:r>
          </a:p>
          <a:p/>
          <a:p>
            <a:r>
              <a:t>screen_body_lines:</a:t>
            </a:r>
          </a:p>
          <a:p>
            <a:r>
              <a:t>[]</a:t>
            </a:r>
          </a:p>
          <a:p>
            <a:r>
              <a:t>overflow_body_lines:</a:t>
            </a:r>
          </a:p>
          <a:p>
            <a:r>
              <a:t>[</a:t>
            </a:r>
          </a:p>
          <a:p>
            <a:r>
              <a:t>  "출처를 확인하는 법",</a:t>
            </a:r>
          </a:p>
          <a:p>
            <a:r>
              <a:t>  "AI 답변의 빈틈을 찾는 법",</a:t>
            </a:r>
          </a:p>
          <a:p>
            <a:r>
              <a:t>  "다른 자료와 비교하는 법",</a:t>
            </a:r>
          </a:p>
          <a:p>
            <a:r>
              <a:t>  "모르는 것을 모른다고 남기는 법"</a:t>
            </a:r>
          </a:p>
          <a:p>
            <a:r>
              <a:t>]</a:t>
            </a:r>
          </a:p>
          <a:p/>
          <a:p>
            <a:r>
              <a:t>source_urls:</a:t>
            </a:r>
          </a:p>
          <a:p>
            <a:r>
              <a:t>- https://www.unesco.org/en/articles/ai-competency-framework-students</a:t>
            </a:r>
          </a:p>
          <a:p>
            <a:r>
              <a:t>- https://www.microsoft.com/en-us/research/publication/from-searchable-to-non-searchable-generative-ai-and-information-diversity-in-online-information-seeking/</a:t>
            </a:r>
          </a:p>
          <a:p/>
          <a:p>
            <a:r>
              <a:t>source_refs:</a:t>
            </a:r>
          </a:p>
          <a:p>
            <a:r>
              <a:t>[</a:t>
            </a:r>
          </a:p>
          <a:p>
            <a:r>
              <a:t>  {</a:t>
            </a:r>
          </a:p>
          <a:p>
            <a:r>
              <a:t>    "url": "https://www.unesco.org/en/articles/ai-competency-framework-students",</a:t>
            </a:r>
          </a:p>
          <a:p>
            <a:r>
              <a:t>    "role": "source_context",</a:t>
            </a:r>
          </a:p>
          <a:p>
            <a:r>
              <a:t>    "use": "Source URL carried from Anny storyline.",</a:t>
            </a:r>
          </a:p>
          <a:p>
            <a:r>
              <a:t>    "confidence": "medium",</a:t>
            </a:r>
          </a:p>
          <a:p>
            <a:r>
              <a:t>    "manual_check_required": true</a:t>
            </a:r>
          </a:p>
          <a:p>
            <a:r>
              <a:t>  },</a:t>
            </a:r>
          </a:p>
          <a:p>
            <a:r>
              <a:t>  {</a:t>
            </a:r>
          </a:p>
          <a:p>
            <a:r>
              <a:t>    "url": "https://www.microsoft.com/en-us/research/publication/from-searchable-to-non-searchable-generative-ai-and-information-diversity-in-online-information-seeking/",</a:t>
            </a:r>
          </a:p>
          <a:p>
            <a:r>
              <a:t>    "role": "source_context",</a:t>
            </a:r>
          </a:p>
          <a:p>
            <a:r>
              <a:t>    "use": "Source URL carried from Anny storyline.",</a:t>
            </a:r>
          </a:p>
          <a:p>
            <a:r>
              <a:t>    "confidence": "medium",</a:t>
            </a:r>
          </a:p>
          <a:p>
            <a:r>
              <a:t>    "manual_check_required": true</a:t>
            </a:r>
          </a:p>
          <a:p>
            <a:r>
              <a:t>  }</a:t>
            </a:r>
          </a:p>
          <a:p>
            <a:r>
              <a:t>]</a:t>
            </a:r>
          </a:p>
          <a:p>
            <a:r>
              <a:t>image_urls:</a:t>
            </a:r>
          </a:p>
          <a:p/>
          <a:p>
            <a:r>
              <a:t>flags:</a:t>
            </a:r>
          </a:p>
          <a:p>
            <a:r>
              <a:t>- needs_source: False</a:t>
            </a:r>
          </a:p>
          <a:p>
            <a:r>
              <a:t>- needs_fact_check: True</a:t>
            </a:r>
          </a:p>
          <a:p>
            <a:r>
              <a:t>- required_before_broadcast: False</a:t>
            </a:r>
          </a:p>
          <a:p>
            <a:r>
              <a:t>- copyright_risk: False</a:t>
            </a:r>
          </a:p>
          <a:p/>
          <a:p>
            <a:r>
              <a:t>visual_plan:</a:t>
            </a:r>
          </a:p>
          <a:p>
            <a:r>
              <a:t>{</a:t>
            </a:r>
          </a:p>
          <a:p>
            <a:r>
              <a:t>  "kind": "diagram",</a:t>
            </a:r>
          </a:p>
          <a:p>
            <a:r>
              <a:t>  "description": "Diagram nodes/edges provided for editable scaffold.",</a:t>
            </a:r>
          </a:p>
          <a:p>
            <a:r>
              <a:t>  "source_note": "https://www.unesco.org/en/articles/ai-competency-framework-students",</a:t>
            </a:r>
          </a:p>
          <a:p>
            <a:r>
              <a:t>  "copyright_risk": false,</a:t>
            </a:r>
          </a:p>
          <a:p>
            <a:r>
              <a:t>  "manual_check_required": true,</a:t>
            </a:r>
          </a:p>
          <a:p>
            <a:r>
              <a:t>  "prompt_if_ai_image": null</a:t>
            </a:r>
          </a:p>
          <a:p>
            <a:r>
              <a:t>}</a:t>
            </a:r>
          </a:p>
          <a:p/>
          <a:p>
            <a:r>
              <a:t>proof_object:</a:t>
            </a:r>
          </a:p>
          <a:p>
            <a:r>
              <a:t>{</a:t>
            </a:r>
          </a:p>
          <a:p>
            <a:r>
              <a:t>  "type": "diagram",</a:t>
            </a:r>
          </a:p>
          <a:p>
            <a:r>
              <a:t>  "required": true,</a:t>
            </a:r>
          </a:p>
          <a:p>
            <a:r>
              <a:t>  "screen_position": "center_large",</a:t>
            </a:r>
          </a:p>
          <a:p>
            <a:r>
              <a:t>  "display_label": "[도식]",</a:t>
            </a:r>
          </a:p>
          <a:p>
            <a:r>
              <a:t>  "source_url": "https://www.unesco.org/en/articles/ai-competency-framework-students",</a:t>
            </a:r>
          </a:p>
          <a:p>
            <a:r>
              <a:t>  "image_url": null,</a:t>
            </a:r>
          </a:p>
          <a:p>
            <a:r>
              <a:t>  "copyright_risk": false,</a:t>
            </a:r>
          </a:p>
          <a:p>
            <a:r>
              <a:t>  "manual_insert_required": true,</a:t>
            </a:r>
          </a:p>
          <a:p>
            <a:r>
              <a:t>  "source_name": "UNESCO",</a:t>
            </a:r>
          </a:p>
          <a:p>
            <a:r>
              <a:t>  "display_title": null,</a:t>
            </a:r>
          </a:p>
          <a:p>
            <a:r>
              <a:t>  "quote_text": null,</a:t>
            </a:r>
          </a:p>
          <a:p>
            <a:r>
              <a:t>  "quote_translation": null,</a:t>
            </a:r>
          </a:p>
          <a:p>
            <a:r>
              <a:t>  "chart_title": null,</a:t>
            </a:r>
          </a:p>
          <a:p>
            <a:r>
              <a:t>  "chart_source_label": null,</a:t>
            </a:r>
          </a:p>
          <a:p>
            <a:r>
              <a:t>  "data_hint": null,</a:t>
            </a:r>
          </a:p>
          <a:p>
            <a:r>
              <a:t>  "diagram_nodes": [</a:t>
            </a:r>
          </a:p>
          <a:p>
            <a:r>
              <a:t>    "질문",</a:t>
            </a:r>
          </a:p>
          <a:p>
            <a:r>
              <a:t>    "검증",</a:t>
            </a:r>
          </a:p>
          <a:p>
            <a:r>
              <a:t>    "맥락"</a:t>
            </a:r>
          </a:p>
          <a:p>
            <a:r>
              <a:t>  ],</a:t>
            </a:r>
          </a:p>
          <a:p>
            <a:r>
              <a:t>  "diagram_edges": [</a:t>
            </a:r>
          </a:p>
          <a:p>
            <a:r>
              <a:t>    {</a:t>
            </a:r>
          </a:p>
          <a:p>
            <a:r>
              <a:t>      "from": "질문",</a:t>
            </a:r>
          </a:p>
          <a:p>
            <a:r>
              <a:t>      "to": "검증",</a:t>
            </a:r>
          </a:p>
          <a:p>
            <a:r>
              <a:t>      "label": "출처 확인"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"from": "검증",</a:t>
            </a:r>
          </a:p>
          <a:p>
            <a:r>
              <a:t>      "to": "맥락",</a:t>
            </a:r>
          </a:p>
          <a:p>
            <a:r>
              <a:t>      "label": "다른 자료와 비교"</a:t>
            </a:r>
          </a:p>
          <a:p>
            <a:r>
              <a:t>    }</a:t>
            </a:r>
          </a:p>
          <a:p>
            <a:r>
              <a:t>  ],</a:t>
            </a:r>
          </a:p>
          <a:p>
            <a:r>
              <a:t>  "placeholder_reason": "Diagram nodes/edges provided for editable scaffold."</a:t>
            </a:r>
          </a:p>
          <a:p>
            <a:r>
              <a:t>}</a:t>
            </a:r>
          </a:p>
          <a:p/>
          <a:p>
            <a:r>
              <a:t>edit_notes:</a:t>
            </a:r>
          </a:p>
          <a:p>
            <a:r>
              <a:t>- Manual fact-check required before broadcast.</a:t>
            </a:r>
          </a:p>
          <a:p/>
          <a:p>
            <a:r>
              <a:t>speaker_notes:</a:t>
            </a:r>
          </a:p>
          <a:p>
            <a:r>
              <a:t>[근거] UNESCO AI Competency Framework, Microsoft Research. [주의] 교육 처방은 제안으로 표현.</a:t>
            </a:r>
          </a:p>
          <a:p>
            <a:r>
              <a:t>[overflow_notes]</a:t>
            </a:r>
          </a:p>
          <a:p>
            <a:r>
              <a:t>출처를 확인하는 법</a:t>
            </a:r>
          </a:p>
          <a:p>
            <a:r>
              <a:t>AI 답변의 빈틈을 찾는 법</a:t>
            </a:r>
          </a:p>
          <a:p>
            <a:r>
              <a:t>다른 자료와 비교하는 법</a:t>
            </a:r>
          </a:p>
          <a:p>
            <a:r>
              <a:t>모르는 것을 모른다고 남기는 법</a:t>
            </a:r>
          </a:p>
          <a:p>
            <a:r>
              <a:t>[source_ref] source_context | Source URL carried from Anny storyline. | https://www.unesco.org/en/articles/ai-competency-framework-students</a:t>
            </a:r>
          </a:p>
          <a:p>
            <a:r>
              <a:t>[source_ref] source_context | Source URL carried from Anny storyline. | https://www.microsoft.com/en-us/research/publication/from-searchable-to-non-searchable-generative-ai-and-information-diversity-in-online-information-seeking/</a:t>
            </a:r>
          </a:p>
          <a:p>
            <a:r>
              <a:t>[check] needs_fact_check=true</a:t>
            </a:r>
          </a:p>
          <a:p>
            <a:r>
              <a:t>[overflow_notes]</a:t>
            </a:r>
          </a:p>
          <a:p>
            <a:r>
              <a:t>출처를 확인하는 법</a:t>
            </a:r>
          </a:p>
          <a:p>
            <a:r>
              <a:t>AI 답변의 빈틈을 찾는 법</a:t>
            </a:r>
          </a:p>
          <a:p>
            <a:r>
              <a:t>다른 자료와 비교하는 법</a:t>
            </a:r>
          </a:p>
          <a:p>
            <a:r>
              <a:t>모르는 것을 모른다고 남기는 법</a:t>
            </a:r>
          </a:p>
          <a:p>
            <a:r>
              <a:t>[source_refs]</a:t>
            </a:r>
          </a:p>
          <a:p>
            <a:r>
              <a:t>[</a:t>
            </a:r>
          </a:p>
          <a:p>
            <a:r>
              <a:t>  {</a:t>
            </a:r>
          </a:p>
          <a:p>
            <a:r>
              <a:t>    "url": "https://www.unesco.org/en/articles/ai-competency-framework-students",</a:t>
            </a:r>
          </a:p>
          <a:p>
            <a:r>
              <a:t>    "role": "source_context",</a:t>
            </a:r>
          </a:p>
          <a:p>
            <a:r>
              <a:t>    "use": "Source URL carried from Anny storyline.",</a:t>
            </a:r>
          </a:p>
          <a:p>
            <a:r>
              <a:t>    "confidence": "medium",</a:t>
            </a:r>
          </a:p>
          <a:p>
            <a:r>
              <a:t>    "manual_check_required": true</a:t>
            </a:r>
          </a:p>
          <a:p>
            <a:r>
              <a:t>  },</a:t>
            </a:r>
          </a:p>
          <a:p>
            <a:r>
              <a:t>  {</a:t>
            </a:r>
          </a:p>
          <a:p>
            <a:r>
              <a:t>    "url": "https://www.microsoft.com/en-us/research/publication/from-searchable-to-non-searchable-generative-ai-and-information-diversity-in-online-information-seeking/",</a:t>
            </a:r>
          </a:p>
          <a:p>
            <a:r>
              <a:t>    "role": "source_context",</a:t>
            </a:r>
          </a:p>
          <a:p>
            <a:r>
              <a:t>    "use": "Source URL carried from Anny storyline.",</a:t>
            </a:r>
          </a:p>
          <a:p>
            <a:r>
              <a:t>    "confidence": "medium",</a:t>
            </a:r>
          </a:p>
          <a:p>
            <a:r>
              <a:t>    "manual_check_required": true</a:t>
            </a:r>
          </a:p>
          <a:p>
            <a:r>
              <a:t>  }</a:t>
            </a:r>
          </a:p>
          <a:p>
            <a:r>
              <a:t>]</a:t>
            </a:r>
          </a:p>
          <a:p>
            <a:r>
              <a:t>[proof_object]</a:t>
            </a:r>
          </a:p>
          <a:p>
            <a:r>
              <a:t>{</a:t>
            </a:r>
          </a:p>
          <a:p>
            <a:r>
              <a:t>  "type": "diagram",</a:t>
            </a:r>
          </a:p>
          <a:p>
            <a:r>
              <a:t>  "screen_position": "center_large",</a:t>
            </a:r>
          </a:p>
          <a:p>
            <a:r>
              <a:t>  "source_name": "UNESCO",</a:t>
            </a:r>
          </a:p>
          <a:p>
            <a:r>
              <a:t>  "display_title": null,</a:t>
            </a:r>
          </a:p>
          <a:p>
            <a:r>
              <a:t>  "quote_text": null,</a:t>
            </a:r>
          </a:p>
          <a:p>
            <a:r>
              <a:t>  "quote_translation": null,</a:t>
            </a:r>
          </a:p>
          <a:p>
            <a:r>
              <a:t>  "source_url": "https://www.unesco.org/en/articles/ai-competency-framework-students",</a:t>
            </a:r>
          </a:p>
          <a:p>
            <a:r>
              <a:t>  "image_url": null,</a:t>
            </a:r>
          </a:p>
          <a:p>
            <a:r>
              <a:t>  "chart_title": null,</a:t>
            </a:r>
          </a:p>
          <a:p>
            <a:r>
              <a:t>  "chart_source_label": null,</a:t>
            </a:r>
          </a:p>
          <a:p>
            <a:r>
              <a:t>  "data_hint": null,</a:t>
            </a:r>
          </a:p>
          <a:p>
            <a:r>
              <a:t>  "diagram_nodes": [</a:t>
            </a:r>
          </a:p>
          <a:p>
            <a:r>
              <a:t>    "질문",</a:t>
            </a:r>
          </a:p>
          <a:p>
            <a:r>
              <a:t>    "검증",</a:t>
            </a:r>
          </a:p>
          <a:p>
            <a:r>
              <a:t>    "맥락"</a:t>
            </a:r>
          </a:p>
          <a:p>
            <a:r>
              <a:t>  ],</a:t>
            </a:r>
          </a:p>
          <a:p>
            <a:r>
              <a:t>  "diagram_edges": [</a:t>
            </a:r>
          </a:p>
          <a:p>
            <a:r>
              <a:t>    {</a:t>
            </a:r>
          </a:p>
          <a:p>
            <a:r>
              <a:t>      "from": "질문",</a:t>
            </a:r>
          </a:p>
          <a:p>
            <a:r>
              <a:t>      "to": "검증",</a:t>
            </a:r>
          </a:p>
          <a:p>
            <a:r>
              <a:t>      "label": "출처 확인"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"from": "검증",</a:t>
            </a:r>
          </a:p>
          <a:p>
            <a:r>
              <a:t>      "to": "맥락",</a:t>
            </a:r>
          </a:p>
          <a:p>
            <a:r>
              <a:t>      "label": "다른 자료와 비교"</a:t>
            </a:r>
          </a:p>
          <a:p>
            <a:r>
              <a:t>    }</a:t>
            </a:r>
          </a:p>
          <a:p>
            <a:r>
              <a:t>  ],</a:t>
            </a:r>
          </a:p>
          <a:p>
            <a:r>
              <a:t>  "placeholder_reason": "Diagram nodes/edges provided for editable scaffold.",</a:t>
            </a:r>
          </a:p>
          <a:p>
            <a:r>
              <a:t>  "manual_insert_required": true,</a:t>
            </a:r>
          </a:p>
          <a:p>
            <a:r>
              <a:t>  "copyright_risk": false</a:t>
            </a:r>
          </a:p>
          <a:p>
            <a:r>
              <a:t>}</a:t>
            </a:r>
          </a:p>
          <a:p>
            <a:r>
              <a:t>[editor_instruction]</a:t>
            </a:r>
          </a:p>
          <a:p>
            <a:r>
              <a:t>Manual fact-check required before broadcast.</a:t>
            </a:r>
          </a:p>
          <a:p>
            <a:r>
              <a:t>[risk_flags]</a:t>
            </a:r>
          </a:p>
          <a:p>
            <a:r>
              <a:t>[</a:t>
            </a:r>
          </a:p>
          <a:p>
            <a:r>
              <a:t>  "single_source_dependency"</a:t>
            </a:r>
          </a:p>
          <a:p>
            <a:r>
              <a:t>]</a:t>
            </a:r>
          </a:p>
          <a:p/>
          <a:p>
            <a:r>
              <a:t>risk_flags:</a:t>
            </a:r>
          </a:p>
          <a:p>
            <a:r>
              <a:t>[</a:t>
            </a:r>
          </a:p>
          <a:p>
            <a:r>
              <a:t>  "single_source_dependency"</a:t>
            </a:r>
          </a:p>
          <a:p>
            <a:r>
              <a:t>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slide_no: 23</a:t>
            </a:r>
          </a:p>
          <a:p>
            <a:r>
              <a:t>layout_type: comparison</a:t>
            </a:r>
          </a:p>
          <a:p>
            <a:r>
              <a:t>style_profile_loaded: True</a:t>
            </a:r>
          </a:p>
          <a:p>
            <a:r>
              <a:t>style_profile_path: data/style_profiles/syukaworld_ppt_style_profile.json</a:t>
            </a:r>
          </a:p>
          <a:p>
            <a:r>
              <a:t>applied_font_family: 맑은 고딕</a:t>
            </a:r>
          </a:p>
          <a:p>
            <a:r>
              <a:t>applied_fallback_font: Malgun Gothic</a:t>
            </a:r>
          </a:p>
          <a:p>
            <a:r>
              <a:t>source_slide_refs: [</a:t>
            </a:r>
          </a:p>
          <a:p>
            <a:r>
              <a:t>  23</a:t>
            </a:r>
          </a:p>
          <a:p>
            <a:r>
              <a:t>]</a:t>
            </a:r>
          </a:p>
          <a:p>
            <a:r>
              <a:t>proof_object_type: diagram</a:t>
            </a:r>
          </a:p>
          <a:p>
            <a:r>
              <a:t>proof_object_required: True</a:t>
            </a:r>
          </a:p>
          <a:p>
            <a:r>
              <a:t>proof_object_screen_position: center_large</a:t>
            </a:r>
          </a:p>
          <a:p>
            <a:r>
              <a:t>manual_placeholder_hidden: False</a:t>
            </a:r>
          </a:p>
          <a:p/>
          <a:p>
            <a:r>
              <a:t>screen_body_lines:</a:t>
            </a:r>
          </a:p>
          <a:p>
            <a:r>
              <a:t>[]</a:t>
            </a:r>
          </a:p>
          <a:p>
            <a:r>
              <a:t>overflow_body_lines:</a:t>
            </a:r>
          </a:p>
          <a:p>
            <a:r>
              <a:t>[</a:t>
            </a:r>
          </a:p>
          <a:p>
            <a:r>
              <a:t>  "망원경은 하늘을 대신 봐주지 않는다",</a:t>
            </a:r>
          </a:p>
          <a:p>
            <a:r>
              <a:t>  "더 멀리 보게 해줄 뿐, 어디를 볼지는 사람이 정한다",</a:t>
            </a:r>
          </a:p>
          <a:p>
            <a:r>
              <a:t>  "AI도 답을 대신 주는 도구로만 쓰기보다, 더 좋은 질문을 돕는 도구가 될 수 있는지 묻는다"</a:t>
            </a:r>
          </a:p>
          <a:p>
            <a:r>
              <a:t>]</a:t>
            </a:r>
          </a:p>
          <a:p/>
          <a:p>
            <a:r>
              <a:t>source_urls:</a:t>
            </a:r>
          </a:p>
          <a:p>
            <a:r>
              <a:t>- https://www.bbc.com/news/articles/c2023l60370o?at_medium=RSS&amp;at_campaign=rss</a:t>
            </a:r>
          </a:p>
          <a:p/>
          <a:p>
            <a:r>
              <a:t>source_refs:</a:t>
            </a:r>
          </a:p>
          <a:p>
            <a:r>
              <a:t>[</a:t>
            </a:r>
          </a:p>
          <a:p>
            <a:r>
              <a:t>  {</a:t>
            </a:r>
          </a:p>
          <a:p>
            <a:r>
              <a:t>    "url": "https://www.bbc.com/news/articles/c2023l60370o?at_medium=RSS&amp;at_campaign=rss",</a:t>
            </a:r>
          </a:p>
          <a:p>
            <a:r>
              <a:t>    "role": "source_context",</a:t>
            </a:r>
          </a:p>
          <a:p>
            <a:r>
              <a:t>    "use": "Source URL carried from Anny storyline.",</a:t>
            </a:r>
          </a:p>
          <a:p>
            <a:r>
              <a:t>    "confidence": "medium",</a:t>
            </a:r>
          </a:p>
          <a:p>
            <a:r>
              <a:t>    "manual_check_required": false</a:t>
            </a:r>
          </a:p>
          <a:p>
            <a:r>
              <a:t>  }</a:t>
            </a:r>
          </a:p>
          <a:p>
            <a:r>
              <a:t>]</a:t>
            </a:r>
          </a:p>
          <a:p>
            <a:r>
              <a:t>image_urls:</a:t>
            </a:r>
          </a:p>
          <a:p/>
          <a:p>
            <a:r>
              <a:t>flags:</a:t>
            </a:r>
          </a:p>
          <a:p>
            <a:r>
              <a:t>- needs_source: False</a:t>
            </a:r>
          </a:p>
          <a:p>
            <a:r>
              <a:t>- needs_fact_check: False</a:t>
            </a:r>
          </a:p>
          <a:p>
            <a:r>
              <a:t>- required_before_broadcast: False</a:t>
            </a:r>
          </a:p>
          <a:p>
            <a:r>
              <a:t>- copyright_risk: False</a:t>
            </a:r>
          </a:p>
          <a:p/>
          <a:p>
            <a:r>
              <a:t>visual_plan:</a:t>
            </a:r>
          </a:p>
          <a:p>
            <a:r>
              <a:t>{</a:t>
            </a:r>
          </a:p>
          <a:p>
            <a:r>
              <a:t>  "kind": "diagram",</a:t>
            </a:r>
          </a:p>
          <a:p>
            <a:r>
              <a:t>  "description": "Diagram nodes/edges provided for editable scaffold.",</a:t>
            </a:r>
          </a:p>
          <a:p>
            <a:r>
              <a:t>  "source_note": "https://www.bbc.com/news/articles/c2023l60370o?at_medium=RSS&amp;at_campaign=rss",</a:t>
            </a:r>
          </a:p>
          <a:p>
            <a:r>
              <a:t>  "copyright_risk": false,</a:t>
            </a:r>
          </a:p>
          <a:p>
            <a:r>
              <a:t>  "manual_check_required": true,</a:t>
            </a:r>
          </a:p>
          <a:p>
            <a:r>
              <a:t>  "prompt_if_ai_image": null</a:t>
            </a:r>
          </a:p>
          <a:p>
            <a:r>
              <a:t>}</a:t>
            </a:r>
          </a:p>
          <a:p/>
          <a:p>
            <a:r>
              <a:t>proof_object:</a:t>
            </a:r>
          </a:p>
          <a:p>
            <a:r>
              <a:t>{</a:t>
            </a:r>
          </a:p>
          <a:p>
            <a:r>
              <a:t>  "type": "diagram",</a:t>
            </a:r>
          </a:p>
          <a:p>
            <a:r>
              <a:t>  "required": true,</a:t>
            </a:r>
          </a:p>
          <a:p>
            <a:r>
              <a:t>  "screen_position": "center_large",</a:t>
            </a:r>
          </a:p>
          <a:p>
            <a:r>
              <a:t>  "display_label": "[도식]",</a:t>
            </a:r>
          </a:p>
          <a:p>
            <a:r>
              <a:t>  "source_url": "https://www.bbc.com/news/articles/c2023l60370o?at_medium=RSS&amp;at_campaign=rss",</a:t>
            </a:r>
          </a:p>
          <a:p>
            <a:r>
              <a:t>  "image_url": null,</a:t>
            </a:r>
          </a:p>
          <a:p>
            <a:r>
              <a:t>  "copyright_risk": false,</a:t>
            </a:r>
          </a:p>
          <a:p>
            <a:r>
              <a:t>  "manual_insert_required": true,</a:t>
            </a:r>
          </a:p>
          <a:p>
            <a:r>
              <a:t>  "source_name": "BBC",</a:t>
            </a:r>
          </a:p>
          <a:p>
            <a:r>
              <a:t>  "display_title": null,</a:t>
            </a:r>
          </a:p>
          <a:p>
            <a:r>
              <a:t>  "quote_text": null,</a:t>
            </a:r>
          </a:p>
          <a:p>
            <a:r>
              <a:t>  "quote_translation": null,</a:t>
            </a:r>
          </a:p>
          <a:p>
            <a:r>
              <a:t>  "chart_title": null,</a:t>
            </a:r>
          </a:p>
          <a:p>
            <a:r>
              <a:t>  "chart_source_label": null,</a:t>
            </a:r>
          </a:p>
          <a:p>
            <a:r>
              <a:t>  "data_hint": null,</a:t>
            </a:r>
          </a:p>
          <a:p>
            <a:r>
              <a:t>  "diagram_nodes": [</a:t>
            </a:r>
          </a:p>
          <a:p>
            <a:r>
              <a:t>    "질문",</a:t>
            </a:r>
          </a:p>
          <a:p>
            <a:r>
              <a:t>    "검증",</a:t>
            </a:r>
          </a:p>
          <a:p>
            <a:r>
              <a:t>    "맥락"</a:t>
            </a:r>
          </a:p>
          <a:p>
            <a:r>
              <a:t>  ],</a:t>
            </a:r>
          </a:p>
          <a:p>
            <a:r>
              <a:t>  "diagram_edges": [</a:t>
            </a:r>
          </a:p>
          <a:p>
            <a:r>
              <a:t>    {</a:t>
            </a:r>
          </a:p>
          <a:p>
            <a:r>
              <a:t>      "from": "질문",</a:t>
            </a:r>
          </a:p>
          <a:p>
            <a:r>
              <a:t>      "to": "검증",</a:t>
            </a:r>
          </a:p>
          <a:p>
            <a:r>
              <a:t>      "label": "출처 확인"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"from": "검증",</a:t>
            </a:r>
          </a:p>
          <a:p>
            <a:r>
              <a:t>      "to": "맥락",</a:t>
            </a:r>
          </a:p>
          <a:p>
            <a:r>
              <a:t>      "label": "다른 자료와 비교"</a:t>
            </a:r>
          </a:p>
          <a:p>
            <a:r>
              <a:t>    }</a:t>
            </a:r>
          </a:p>
          <a:p>
            <a:r>
              <a:t>  ],</a:t>
            </a:r>
          </a:p>
          <a:p>
            <a:r>
              <a:t>  "placeholder_reason": "Diagram nodes/edges provided for editable scaffold."</a:t>
            </a:r>
          </a:p>
          <a:p>
            <a:r>
              <a:t>}</a:t>
            </a:r>
          </a:p>
          <a:p/>
          <a:p>
            <a:r>
              <a:t>edit_notes:</a:t>
            </a:r>
          </a:p>
          <a:p/>
          <a:p>
            <a:r>
              <a:t>speaker_notes:</a:t>
            </a:r>
          </a:p>
          <a:p>
            <a:r>
              <a:t>[비유] BBC/Royal Observatory 맥락에서 가져온 방송용 구조. 교육 효과나 과학 사실 증명으로 쓰지 않음.</a:t>
            </a:r>
          </a:p>
          <a:p>
            <a:r>
              <a:t>[overflow_notes]</a:t>
            </a:r>
          </a:p>
          <a:p>
            <a:r>
              <a:t>망원경은 하늘을 대신 봐주지 않는다</a:t>
            </a:r>
          </a:p>
          <a:p>
            <a:r>
              <a:t>더 멀리 보게 해줄 뿐, 어디를 볼지는 사람이 정한다</a:t>
            </a:r>
          </a:p>
          <a:p>
            <a:r>
              <a:t>AI도 답을 대신 주는 도구로만 쓰기보다, 더 좋은 질문을 돕는 도구가 될 수 있는지 묻는다</a:t>
            </a:r>
          </a:p>
          <a:p>
            <a:r>
              <a:t>[source_ref] source_context | Source URL carried from Anny storyline. | https://www.bbc.com/news/articles/c2023l60370o?at_medium=RSS&amp;at_campaign=rss</a:t>
            </a:r>
          </a:p>
          <a:p>
            <a:r>
              <a:t>[overflow_notes]</a:t>
            </a:r>
          </a:p>
          <a:p>
            <a:r>
              <a:t>망원경은 하늘을 대신 봐주지 않는다</a:t>
            </a:r>
          </a:p>
          <a:p>
            <a:r>
              <a:t>더 멀리 보게 해줄 뿐, 어디를 볼지는 사람이 정한다</a:t>
            </a:r>
          </a:p>
          <a:p>
            <a:r>
              <a:t>AI도 답을 대신 주는 도구로만 쓰기보다, 더 좋은 질문을 돕는 도구가 될 수 있는지 묻는다</a:t>
            </a:r>
          </a:p>
          <a:p>
            <a:r>
              <a:t>[source_refs]</a:t>
            </a:r>
          </a:p>
          <a:p>
            <a:r>
              <a:t>[</a:t>
            </a:r>
          </a:p>
          <a:p>
            <a:r>
              <a:t>  {</a:t>
            </a:r>
          </a:p>
          <a:p>
            <a:r>
              <a:t>    "url": "https://www.bbc.com/news/articles/c2023l60370o?at_medium=RSS&amp;at_campaign=rss",</a:t>
            </a:r>
          </a:p>
          <a:p>
            <a:r>
              <a:t>    "role": "source_context",</a:t>
            </a:r>
          </a:p>
          <a:p>
            <a:r>
              <a:t>    "use": "Source URL carried from Anny storyline.",</a:t>
            </a:r>
          </a:p>
          <a:p>
            <a:r>
              <a:t>    "confidence": "medium",</a:t>
            </a:r>
          </a:p>
          <a:p>
            <a:r>
              <a:t>    "manual_check_required": false</a:t>
            </a:r>
          </a:p>
          <a:p>
            <a:r>
              <a:t>  }</a:t>
            </a:r>
          </a:p>
          <a:p>
            <a:r>
              <a:t>]</a:t>
            </a:r>
          </a:p>
          <a:p>
            <a:r>
              <a:t>[proof_object]</a:t>
            </a:r>
          </a:p>
          <a:p>
            <a:r>
              <a:t>{</a:t>
            </a:r>
          </a:p>
          <a:p>
            <a:r>
              <a:t>  "type": "diagram",</a:t>
            </a:r>
          </a:p>
          <a:p>
            <a:r>
              <a:t>  "screen_position": "center_large",</a:t>
            </a:r>
          </a:p>
          <a:p>
            <a:r>
              <a:t>  "source_name": "BBC",</a:t>
            </a:r>
          </a:p>
          <a:p>
            <a:r>
              <a:t>  "display_title": null,</a:t>
            </a:r>
          </a:p>
          <a:p>
            <a:r>
              <a:t>  "quote_text": null,</a:t>
            </a:r>
          </a:p>
          <a:p>
            <a:r>
              <a:t>  "quote_translation": null,</a:t>
            </a:r>
          </a:p>
          <a:p>
            <a:r>
              <a:t>  "source_url": "https://www.bbc.com/news/articles/c2023l60370o?at_medium=RSS&amp;at_campaign=rss",</a:t>
            </a:r>
          </a:p>
          <a:p>
            <a:r>
              <a:t>  "image_url": null,</a:t>
            </a:r>
          </a:p>
          <a:p>
            <a:r>
              <a:t>  "chart_title": null,</a:t>
            </a:r>
          </a:p>
          <a:p>
            <a:r>
              <a:t>  "chart_source_label": null,</a:t>
            </a:r>
          </a:p>
          <a:p>
            <a:r>
              <a:t>  "data_hint": null,</a:t>
            </a:r>
          </a:p>
          <a:p>
            <a:r>
              <a:t>  "diagram_nodes": [</a:t>
            </a:r>
          </a:p>
          <a:p>
            <a:r>
              <a:t>    "질문",</a:t>
            </a:r>
          </a:p>
          <a:p>
            <a:r>
              <a:t>    "검증",</a:t>
            </a:r>
          </a:p>
          <a:p>
            <a:r>
              <a:t>    "맥락"</a:t>
            </a:r>
          </a:p>
          <a:p>
            <a:r>
              <a:t>  ],</a:t>
            </a:r>
          </a:p>
          <a:p>
            <a:r>
              <a:t>  "diagram_edges": [</a:t>
            </a:r>
          </a:p>
          <a:p>
            <a:r>
              <a:t>    {</a:t>
            </a:r>
          </a:p>
          <a:p>
            <a:r>
              <a:t>      "from": "질문",</a:t>
            </a:r>
          </a:p>
          <a:p>
            <a:r>
              <a:t>      "to": "검증",</a:t>
            </a:r>
          </a:p>
          <a:p>
            <a:r>
              <a:t>      "label": "출처 확인"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"from": "검증",</a:t>
            </a:r>
          </a:p>
          <a:p>
            <a:r>
              <a:t>      "to": "맥락",</a:t>
            </a:r>
          </a:p>
          <a:p>
            <a:r>
              <a:t>      "label": "다른 자료와 비교"</a:t>
            </a:r>
          </a:p>
          <a:p>
            <a:r>
              <a:t>    }</a:t>
            </a:r>
          </a:p>
          <a:p>
            <a:r>
              <a:t>  ],</a:t>
            </a:r>
          </a:p>
          <a:p>
            <a:r>
              <a:t>  "placeholder_reason": "Diagram nodes/edges provided for editable scaffold.",</a:t>
            </a:r>
          </a:p>
          <a:p>
            <a:r>
              <a:t>  "manual_insert_required": true,</a:t>
            </a:r>
          </a:p>
          <a:p>
            <a:r>
              <a:t>  "copyright_risk": false</a:t>
            </a:r>
          </a:p>
          <a:p>
            <a: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slide_no: 24</a:t>
            </a:r>
          </a:p>
          <a:p>
            <a:r>
              <a:t>layout_type: quote</a:t>
            </a:r>
          </a:p>
          <a:p>
            <a:r>
              <a:t>style_profile_loaded: True</a:t>
            </a:r>
          </a:p>
          <a:p>
            <a:r>
              <a:t>style_profile_path: data/style_profiles/syukaworld_ppt_style_profile.json</a:t>
            </a:r>
          </a:p>
          <a:p>
            <a:r>
              <a:t>applied_font_family: 맑은 고딕</a:t>
            </a:r>
          </a:p>
          <a:p>
            <a:r>
              <a:t>applied_fallback_font: Malgun Gothic</a:t>
            </a:r>
          </a:p>
          <a:p>
            <a:r>
              <a:t>source_slide_refs: [</a:t>
            </a:r>
          </a:p>
          <a:p>
            <a:r>
              <a:t>  24</a:t>
            </a:r>
          </a:p>
          <a:p>
            <a:r>
              <a:t>]</a:t>
            </a:r>
          </a:p>
          <a:p>
            <a:r>
              <a:t>proof_object_type: source_card</a:t>
            </a:r>
          </a:p>
          <a:p>
            <a:r>
              <a:t>proof_object_required: True</a:t>
            </a:r>
          </a:p>
          <a:p>
            <a:r>
              <a:t>proof_object_screen_position: left_half</a:t>
            </a:r>
          </a:p>
          <a:p>
            <a:r>
              <a:t>manual_placeholder_hidden: True</a:t>
            </a:r>
          </a:p>
          <a:p/>
          <a:p>
            <a:r>
              <a:t>screen_body_lines:</a:t>
            </a:r>
          </a:p>
          <a:p>
            <a:r>
              <a:t>[]</a:t>
            </a:r>
          </a:p>
          <a:p>
            <a:r>
              <a:t>overflow_body_lines:</a:t>
            </a:r>
          </a:p>
          <a:p>
            <a:r>
              <a:t>[</a:t>
            </a:r>
          </a:p>
          <a:p>
            <a:r>
              <a:t>  "BBC/Royal Observatory 원문 맥락",</a:t>
            </a:r>
          </a:p>
          <a:p>
            <a:r>
              <a:t>  "AI 정보탐색·교육 관련 보조 연구",</a:t>
            </a:r>
          </a:p>
          <a:p>
            <a:r>
              <a:t>  "AI 접근성/개인화라는 counterpoint",</a:t>
            </a:r>
          </a:p>
          <a:p>
            <a:r>
              <a:t>  "한국 학교·과학관 사례",</a:t>
            </a:r>
          </a:p>
          <a:p>
            <a:r>
              <a:t>  "남은 숫자와 사례는 production 전에 추가 확인"</a:t>
            </a:r>
          </a:p>
          <a:p>
            <a:r>
              <a:t>]</a:t>
            </a:r>
          </a:p>
          <a:p/>
          <a:p>
            <a:r>
              <a:t>source_urls:</a:t>
            </a:r>
          </a:p>
          <a:p>
            <a:r>
              <a:t>- https://www.bbc.com/news/articles/c2023l60370o?at_medium=RSS&amp;at_campaign=rss</a:t>
            </a:r>
          </a:p>
          <a:p>
            <a:r>
              <a:t>- https://www.microsoft.com/en-us/research/publication/from-searchable-to-non-searchable-generative-ai-and-information-diversity-in-online-information-seeking/</a:t>
            </a:r>
          </a:p>
          <a:p>
            <a:r>
              <a:t>- https://www.unesco.org/en/articles/ai-and-education-protecting-rights-learners</a:t>
            </a:r>
          </a:p>
          <a:p>
            <a:r>
              <a:t>- https://www.unesco.org/en/articles/ai-competency-framework-students</a:t>
            </a:r>
          </a:p>
          <a:p>
            <a:r>
              <a:t>- https://www.oecd.org/en/publications/oecd-digital-education-outlook-2026_062a7394-en.html</a:t>
            </a:r>
          </a:p>
          <a:p>
            <a:r>
              <a:t>- https://www.korea.kr/news/policyNewsView.do?newsId=148912089</a:t>
            </a:r>
          </a:p>
          <a:p>
            <a:r>
              <a:t>- https://www.science.go.kr/eps/cntnts/772/moveCntnts.do</a:t>
            </a:r>
          </a:p>
          <a:p>
            <a:r>
              <a:t>- https://www.sciencecenter.or.kr/kor/menu/sub.do?menuId=17_275</a:t>
            </a:r>
          </a:p>
          <a:p/>
          <a:p>
            <a:r>
              <a:t>source_refs:</a:t>
            </a:r>
          </a:p>
          <a:p>
            <a:r>
              <a:t>[</a:t>
            </a:r>
          </a:p>
          <a:p>
            <a:r>
              <a:t>  {</a:t>
            </a:r>
          </a:p>
          <a:p>
            <a:r>
              <a:t>    "url": "https://www.bbc.com/news/articles/c2023l60370o?at_medium=RSS&amp;at_campaign=rss",</a:t>
            </a:r>
          </a:p>
          <a:p>
            <a:r>
              <a:t>    "role": "source_context",</a:t>
            </a:r>
          </a:p>
          <a:p>
            <a:r>
              <a:t>    "use": "Source URL carried from Anny storyline.",</a:t>
            </a:r>
          </a:p>
          <a:p>
            <a:r>
              <a:t>    "confidence": "medium",</a:t>
            </a:r>
          </a:p>
          <a:p>
            <a:r>
              <a:t>    "manual_check_required": true</a:t>
            </a:r>
          </a:p>
          <a:p>
            <a:r>
              <a:t>  },</a:t>
            </a:r>
          </a:p>
          <a:p>
            <a:r>
              <a:t>  {</a:t>
            </a:r>
          </a:p>
          <a:p>
            <a:r>
              <a:t>    "url": "https://www.microsoft.com/en-us/research/publication/from-searchable-to-non-searchable-generative-ai-and-information-diversity-in-online-information-seeking/",</a:t>
            </a:r>
          </a:p>
          <a:p>
            <a:r>
              <a:t>    "role": "source_context",</a:t>
            </a:r>
          </a:p>
          <a:p>
            <a:r>
              <a:t>    "use": "Source URL carried from Anny storyline.",</a:t>
            </a:r>
          </a:p>
          <a:p>
            <a:r>
              <a:t>    "confidence": "medium",</a:t>
            </a:r>
          </a:p>
          <a:p>
            <a:r>
              <a:t>    "manual_check_required": true</a:t>
            </a:r>
          </a:p>
          <a:p>
            <a:r>
              <a:t>  },</a:t>
            </a:r>
          </a:p>
          <a:p>
            <a:r>
              <a:t>  {</a:t>
            </a:r>
          </a:p>
          <a:p>
            <a:r>
              <a:t>    "url": "https://www.unesco.org/en/articles/ai-and-education-protecting-rights-learners",</a:t>
            </a:r>
          </a:p>
          <a:p>
            <a:r>
              <a:t>    "role": "source_context",</a:t>
            </a:r>
          </a:p>
          <a:p>
            <a:r>
              <a:t>    "use": "Source URL carried from Anny storyline.",</a:t>
            </a:r>
          </a:p>
          <a:p>
            <a:r>
              <a:t>    "confidence": "medium",</a:t>
            </a:r>
          </a:p>
          <a:p>
            <a:r>
              <a:t>    "manual_check_required": true</a:t>
            </a:r>
          </a:p>
          <a:p>
            <a:r>
              <a:t>  },</a:t>
            </a:r>
          </a:p>
          <a:p>
            <a:r>
              <a:t>  {</a:t>
            </a:r>
          </a:p>
          <a:p>
            <a:r>
              <a:t>    "url": "https://www.unesco.org/en/articles/ai-competency-framework-students",</a:t>
            </a:r>
          </a:p>
          <a:p>
            <a:r>
              <a:t>    "role": "source_context",</a:t>
            </a:r>
          </a:p>
          <a:p>
            <a:r>
              <a:t>    "use": "Source URL carried from Anny storyline.",</a:t>
            </a:r>
          </a:p>
          <a:p>
            <a:r>
              <a:t>    "confidence": "medium",</a:t>
            </a:r>
          </a:p>
          <a:p>
            <a:r>
              <a:t>    "manual_check_required": true</a:t>
            </a:r>
          </a:p>
          <a:p>
            <a:r>
              <a:t>  },</a:t>
            </a:r>
          </a:p>
          <a:p>
            <a:r>
              <a:t>  {</a:t>
            </a:r>
          </a:p>
          <a:p>
            <a:r>
              <a:t>    "url": "https://www.oecd.org/en/publications/oecd-digital-education-outlook-2026_062a7394-en.html",</a:t>
            </a:r>
          </a:p>
          <a:p>
            <a:r>
              <a:t>    "role": "source_context",</a:t>
            </a:r>
          </a:p>
          <a:p>
            <a:r>
              <a:t>    "use": "Source URL carried from Anny storyline.",</a:t>
            </a:r>
          </a:p>
          <a:p>
            <a:r>
              <a:t>    "confidence": "medium",</a:t>
            </a:r>
          </a:p>
          <a:p>
            <a:r>
              <a:t>    "manual_check_required": true</a:t>
            </a:r>
          </a:p>
          <a:p>
            <a:r>
              <a:t>  },</a:t>
            </a:r>
          </a:p>
          <a:p>
            <a:r>
              <a:t>  {</a:t>
            </a:r>
          </a:p>
          <a:p>
            <a:r>
              <a:t>    "url": "https://www.korea.kr/news/policyNewsView.do?newsId=148912089",</a:t>
            </a:r>
          </a:p>
          <a:p>
            <a:r>
              <a:t>    "role": "source_context",</a:t>
            </a:r>
          </a:p>
          <a:p>
            <a:r>
              <a:t>    "use": "Source URL carried from Anny storyline.",</a:t>
            </a:r>
          </a:p>
          <a:p>
            <a:r>
              <a:t>    "confidence": "medium",</a:t>
            </a:r>
          </a:p>
          <a:p>
            <a:r>
              <a:t>    "manual_check_required": true</a:t>
            </a:r>
          </a:p>
          <a:p>
            <a:r>
              <a:t>  },</a:t>
            </a:r>
          </a:p>
          <a:p>
            <a:r>
              <a:t>  {</a:t>
            </a:r>
          </a:p>
          <a:p>
            <a:r>
              <a:t>    "url": "https://www.science.go.kr/eps/cntnts/772/moveCntnts.do",</a:t>
            </a:r>
          </a:p>
          <a:p>
            <a:r>
              <a:t>    "role": "source_context",</a:t>
            </a:r>
          </a:p>
          <a:p>
            <a:r>
              <a:t>    "use": "Source URL carried from Anny storyline.",</a:t>
            </a:r>
          </a:p>
          <a:p>
            <a:r>
              <a:t>    "confidence": "medium",</a:t>
            </a:r>
          </a:p>
          <a:p>
            <a:r>
              <a:t>    "manual_check_required": true</a:t>
            </a:r>
          </a:p>
          <a:p>
            <a:r>
              <a:t>  },</a:t>
            </a:r>
          </a:p>
          <a:p>
            <a:r>
              <a:t>  {</a:t>
            </a:r>
          </a:p>
          <a:p>
            <a:r>
              <a:t>    "url": "https://www.sciencecenter.or.kr/kor/menu/sub.do?menuId=17_275",</a:t>
            </a:r>
          </a:p>
          <a:p>
            <a:r>
              <a:t>    "role": "source_context",</a:t>
            </a:r>
          </a:p>
          <a:p>
            <a:r>
              <a:t>    "use": "Source URL carried from Anny storyline.",</a:t>
            </a:r>
          </a:p>
          <a:p>
            <a:r>
              <a:t>    "confidence": "medium",</a:t>
            </a:r>
          </a:p>
          <a:p>
            <a:r>
              <a:t>    "manual_check_required": true</a:t>
            </a:r>
          </a:p>
          <a:p>
            <a:r>
              <a:t>  }</a:t>
            </a:r>
          </a:p>
          <a:p>
            <a:r>
              <a:t>]</a:t>
            </a:r>
          </a:p>
          <a:p>
            <a:r>
              <a:t>image_urls:</a:t>
            </a:r>
          </a:p>
          <a:p/>
          <a:p>
            <a:r>
              <a:t>flags:</a:t>
            </a:r>
          </a:p>
          <a:p>
            <a:r>
              <a:t>- needs_source: False</a:t>
            </a:r>
          </a:p>
          <a:p>
            <a:r>
              <a:t>- needs_fact_check: True</a:t>
            </a:r>
          </a:p>
          <a:p>
            <a:r>
              <a:t>- required_before_broadcast: False</a:t>
            </a:r>
          </a:p>
          <a:p>
            <a:r>
              <a:t>- copyright_risk: False</a:t>
            </a:r>
          </a:p>
          <a:p/>
          <a:p>
            <a:r>
              <a:t>visual_plan:</a:t>
            </a:r>
          </a:p>
          <a:p>
            <a:r>
              <a:t>{</a:t>
            </a:r>
          </a:p>
          <a:p>
            <a:r>
              <a:t>  "kind": "manual",</a:t>
            </a:r>
          </a:p>
          <a:p>
            <a:r>
              <a:t>  "description": "Source URL carried from Anny storyline.",</a:t>
            </a:r>
          </a:p>
          <a:p>
            <a:r>
              <a:t>  "source_note": "https://www.bbc.com/news/articles/c2023l60370o?at_medium=RSS&amp;at_campaign=rss",</a:t>
            </a:r>
          </a:p>
          <a:p>
            <a:r>
              <a:t>  "copyright_risk": false,</a:t>
            </a:r>
          </a:p>
          <a:p>
            <a:r>
              <a:t>  "manual_check_required": false,</a:t>
            </a:r>
          </a:p>
          <a:p>
            <a:r>
              <a:t>  "prompt_if_ai_image": null</a:t>
            </a:r>
          </a:p>
          <a:p>
            <a:r>
              <a:t>}</a:t>
            </a:r>
          </a:p>
          <a:p/>
          <a:p>
            <a:r>
              <a:t>proof_object:</a:t>
            </a:r>
          </a:p>
          <a:p>
            <a:r>
              <a:t>{</a:t>
            </a:r>
          </a:p>
          <a:p>
            <a:r>
              <a:t>  "type": "source_card",</a:t>
            </a:r>
          </a:p>
          <a:p>
            <a:r>
              <a:t>  "required": true,</a:t>
            </a:r>
          </a:p>
          <a:p>
            <a:r>
              <a:t>  "screen_position": "left_half",</a:t>
            </a:r>
          </a:p>
          <a:p>
            <a:r>
              <a:t>  "display_label": "[출처]",</a:t>
            </a:r>
          </a:p>
          <a:p>
            <a:r>
              <a:t>  "source_url": "https://www.bbc.com/news/articles/c2023l60370o?at_medium=RSS&amp;at_campaign=rss",</a:t>
            </a:r>
          </a:p>
          <a:p>
            <a:r>
              <a:t>  "image_url": null,</a:t>
            </a:r>
          </a:p>
          <a:p>
            <a:r>
              <a:t>  "copyright_risk": false,</a:t>
            </a:r>
          </a:p>
          <a:p>
            <a:r>
              <a:t>  "manual_insert_required": false,</a:t>
            </a:r>
          </a:p>
          <a:p>
            <a:r>
              <a:t>  "source_name": "BBC",</a:t>
            </a:r>
          </a:p>
          <a:p>
            <a:r>
              <a:t>  "display_title": "Source URL carried from Anny storyline.",</a:t>
            </a:r>
          </a:p>
          <a:p>
            <a:r>
              <a:t>  "quote_text": null,</a:t>
            </a:r>
          </a:p>
          <a:p>
            <a:r>
              <a:t>  "quote_translation": null,</a:t>
            </a:r>
          </a:p>
          <a:p>
            <a:r>
              <a:t>  "chart_title": null,</a:t>
            </a:r>
          </a:p>
          <a:p>
            <a:r>
              <a:t>  "chart_source_label": null,</a:t>
            </a:r>
          </a:p>
          <a:p>
            <a:r>
              <a:t>  "data_hint": null,</a:t>
            </a:r>
          </a:p>
          <a:p>
            <a:r>
              <a:t>  "diagram_nodes": [],</a:t>
            </a:r>
          </a:p>
          <a:p>
            <a:r>
              <a:t>  "diagram_edges": [],</a:t>
            </a:r>
          </a:p>
          <a:p>
            <a:r>
              <a:t>  "placeholder_reason": null</a:t>
            </a:r>
          </a:p>
          <a:p>
            <a:r>
              <a:t>}</a:t>
            </a:r>
          </a:p>
          <a:p/>
          <a:p>
            <a:r>
              <a:t>edit_notes:</a:t>
            </a:r>
          </a:p>
          <a:p>
            <a:r>
              <a:t>- Manual fact-check required before broadcast.</a:t>
            </a:r>
          </a:p>
          <a:p/>
          <a:p>
            <a:r>
              <a:t>speaker_notes:</a:t>
            </a:r>
          </a:p>
          <a:p>
            <a:r>
              <a:t>[체크리스트] evidence_pack의 실제 URL을 반영. [남은 gap] 정량 수치와 추가 기관 사례는 production 전 확인.</a:t>
            </a:r>
          </a:p>
          <a:p>
            <a:r>
              <a:t>[overflow_notes]</a:t>
            </a:r>
          </a:p>
          <a:p>
            <a:r>
              <a:t>BBC/Royal Observatory 원문 맥락</a:t>
            </a:r>
          </a:p>
          <a:p>
            <a:r>
              <a:t>AI 정보탐색·교육 관련 보조 연구</a:t>
            </a:r>
          </a:p>
          <a:p>
            <a:r>
              <a:t>AI 접근성/개인화라는 counterpoint</a:t>
            </a:r>
          </a:p>
          <a:p>
            <a:r>
              <a:t>한국 학교·과학관 사례</a:t>
            </a:r>
          </a:p>
          <a:p>
            <a:r>
              <a:t>남은 숫자와 사례는 production 전에 추가 확인</a:t>
            </a:r>
          </a:p>
          <a:p>
            <a:r>
              <a:t>[source_ref] source_context | Source URL carried from Anny storyline. | https://www.bbc.com/news/articles/c2023l60370o?at_medium=RSS&amp;at_campaign=rss</a:t>
            </a:r>
          </a:p>
          <a:p>
            <a:r>
              <a:t>[source_ref] source_context | Source URL carried from Anny storyline. | https://www.microsoft.com/en-us/research/publication/from-searchable-to-non-searchable-generative-ai-and-information-diversity-in-online-information-seeking/</a:t>
            </a:r>
          </a:p>
          <a:p>
            <a:r>
              <a:t>[source_ref] source_context | Source URL carried from Anny storyline. | https://www.unesco.org/en/articles/ai-and-education-protecting-rights-learners</a:t>
            </a:r>
          </a:p>
          <a:p>
            <a:r>
              <a:t>[source_ref] source_context | Source URL carried from Anny storyline. | https://www.unesco.org/en/articles/ai-competency-framework-students</a:t>
            </a:r>
          </a:p>
          <a:p>
            <a:r>
              <a:t>[source_ref] source_context | Source URL carried from Anny storyline. | https://www.oecd.org/en/publications/oecd-digital-education-outlook-2026_062a7394-en.html</a:t>
            </a:r>
          </a:p>
          <a:p>
            <a:r>
              <a:t>[source_ref] source_context | Source URL carried from Anny storyline. | https://www.korea.kr/news/policyNewsView.do?newsId=148912089</a:t>
            </a:r>
          </a:p>
          <a:p>
            <a:r>
              <a:t>[source_ref] source_context | Source URL carried from Anny storyline. | https://www.science.go.kr/eps/cntnts/772/moveCntnts.do</a:t>
            </a:r>
          </a:p>
          <a:p>
            <a:r>
              <a:t>[source_ref] source_context | Source URL carried from Anny storyline. | https://www.sciencecenter.or.kr/kor/menu/sub.do?menuId=17_275</a:t>
            </a:r>
          </a:p>
          <a:p>
            <a:r>
              <a:t>[check] needs_fact_check=true</a:t>
            </a:r>
          </a:p>
          <a:p>
            <a:r>
              <a:t>[overflow_notes]</a:t>
            </a:r>
          </a:p>
          <a:p>
            <a:r>
              <a:t>BBC/Royal Observatory 원문 맥락</a:t>
            </a:r>
          </a:p>
          <a:p>
            <a:r>
              <a:t>AI 정보탐색·교육 관련 보조 연구</a:t>
            </a:r>
          </a:p>
          <a:p>
            <a:r>
              <a:t>AI 접근성/개인화라는 counterpoint</a:t>
            </a:r>
          </a:p>
          <a:p>
            <a:r>
              <a:t>한국 학교·과학관 사례</a:t>
            </a:r>
          </a:p>
          <a:p>
            <a:r>
              <a:t>남은 숫자와 사례는 production 전에 추가 확인</a:t>
            </a:r>
          </a:p>
          <a:p>
            <a:r>
              <a:t>[source_refs]</a:t>
            </a:r>
          </a:p>
          <a:p>
            <a:r>
              <a:t>[</a:t>
            </a:r>
          </a:p>
          <a:p>
            <a:r>
              <a:t>  {</a:t>
            </a:r>
          </a:p>
          <a:p>
            <a:r>
              <a:t>    "url": "https://www.bbc.com/news/articles/c2023l60370o?at_medium=RSS&amp;at_campaign=rss",</a:t>
            </a:r>
          </a:p>
          <a:p>
            <a:r>
              <a:t>    "role": "source_context",</a:t>
            </a:r>
          </a:p>
          <a:p>
            <a:r>
              <a:t>    "use": "Source URL carried from Anny storyline.",</a:t>
            </a:r>
          </a:p>
          <a:p>
            <a:r>
              <a:t>    "confidence": "medium",</a:t>
            </a:r>
          </a:p>
          <a:p>
            <a:r>
              <a:t>    "manual_check_required": true</a:t>
            </a:r>
          </a:p>
          <a:p>
            <a:r>
              <a:t>  },</a:t>
            </a:r>
          </a:p>
          <a:p>
            <a:r>
              <a:t>  {</a:t>
            </a:r>
          </a:p>
          <a:p>
            <a:r>
              <a:t>    "url": "https://www.microsoft.com/en-us/research/publication/from-searchable-to-non-searchable-generative-ai-and-information-diversity-in-online-information-seeking/",</a:t>
            </a:r>
          </a:p>
          <a:p>
            <a:r>
              <a:t>    "role": "source_context",</a:t>
            </a:r>
          </a:p>
          <a:p>
            <a:r>
              <a:t>    "use": "Source URL carried from Anny storyline.",</a:t>
            </a:r>
          </a:p>
          <a:p>
            <a:r>
              <a:t>    "confidence": "medium",</a:t>
            </a:r>
          </a:p>
          <a:p>
            <a:r>
              <a:t>    "manual_check_required": true</a:t>
            </a:r>
          </a:p>
          <a:p>
            <a:r>
              <a:t>  },</a:t>
            </a:r>
          </a:p>
          <a:p>
            <a:r>
              <a:t>  {</a:t>
            </a:r>
          </a:p>
          <a:p>
            <a:r>
              <a:t>    "url": "https://www.unesco.org/en/articles/ai-and-education-protecting-rights-learners",</a:t>
            </a:r>
          </a:p>
          <a:p>
            <a:r>
              <a:t>    "role": "source_context",</a:t>
            </a:r>
          </a:p>
          <a:p>
            <a:r>
              <a:t>    "use": "Source URL carried from Anny storyline.",</a:t>
            </a:r>
          </a:p>
          <a:p>
            <a:r>
              <a:t>    "confidence": "medium",</a:t>
            </a:r>
          </a:p>
          <a:p>
            <a:r>
              <a:t>    "manual_check_required": true</a:t>
            </a:r>
          </a:p>
          <a:p>
            <a:r>
              <a:t>  },</a:t>
            </a:r>
          </a:p>
          <a:p>
            <a:r>
              <a:t>  {</a:t>
            </a:r>
          </a:p>
          <a:p>
            <a:r>
              <a:t>    "url": "https://www.unesco.org/en/articles/ai-competency-framework-students",</a:t>
            </a:r>
          </a:p>
          <a:p>
            <a:r>
              <a:t>    "role": "source_context",</a:t>
            </a:r>
          </a:p>
          <a:p>
            <a:r>
              <a:t>    "use": "Source URL carried from Anny storyline.",</a:t>
            </a:r>
          </a:p>
          <a:p>
            <a:r>
              <a:t>    "confidence": "medium",</a:t>
            </a:r>
          </a:p>
          <a:p>
            <a:r>
              <a:t>    "manual_check_required": true</a:t>
            </a:r>
          </a:p>
          <a:p>
            <a:r>
              <a:t>  },</a:t>
            </a:r>
          </a:p>
          <a:p>
            <a:r>
              <a:t>  {</a:t>
            </a:r>
          </a:p>
          <a:p>
            <a:r>
              <a:t>    "url": "https://www.oecd.org/en/publications/oecd-digital-education-outlook-2026_062a7394-en.html",</a:t>
            </a:r>
          </a:p>
          <a:p>
            <a:r>
              <a:t>    "role": "source_context",</a:t>
            </a:r>
          </a:p>
          <a:p>
            <a:r>
              <a:t>    "use": "Source URL carried from Anny storyline.",</a:t>
            </a:r>
          </a:p>
          <a:p>
            <a:r>
              <a:t>    "confidence": "medium",</a:t>
            </a:r>
          </a:p>
          <a:p>
            <a:r>
              <a:t>    "manual_check_required": true</a:t>
            </a:r>
          </a:p>
          <a:p>
            <a:r>
              <a:t>  },</a:t>
            </a:r>
          </a:p>
          <a:p>
            <a:r>
              <a:t>  {</a:t>
            </a:r>
          </a:p>
          <a:p>
            <a:r>
              <a:t>    "url": "https://www.korea.kr/news/policyNewsView.do?newsId=148912089",</a:t>
            </a:r>
          </a:p>
          <a:p>
            <a:r>
              <a:t>    "role": "source_context",</a:t>
            </a:r>
          </a:p>
          <a:p>
            <a:r>
              <a:t>    "use": "Source URL carried from Anny storyline.",</a:t>
            </a:r>
          </a:p>
          <a:p>
            <a:r>
              <a:t>    "confidence": "medium",</a:t>
            </a:r>
          </a:p>
          <a:p>
            <a:r>
              <a:t>    "manual_check_required": true</a:t>
            </a:r>
          </a:p>
          <a:p>
            <a:r>
              <a:t>  },</a:t>
            </a:r>
          </a:p>
          <a:p>
            <a:r>
              <a:t>  {</a:t>
            </a:r>
          </a:p>
          <a:p>
            <a:r>
              <a:t>    "url": "https://www.science.go.kr/eps/cntnts/772/moveCntnts.do",</a:t>
            </a:r>
          </a:p>
          <a:p>
            <a:r>
              <a:t>    "role": "source_context",</a:t>
            </a:r>
          </a:p>
          <a:p>
            <a:r>
              <a:t>    "use": "Source URL carried from Anny storyline.",</a:t>
            </a:r>
          </a:p>
          <a:p>
            <a:r>
              <a:t>    "confidence": "medium",</a:t>
            </a:r>
          </a:p>
          <a:p>
            <a:r>
              <a:t>    "manual_check_required": true</a:t>
            </a:r>
          </a:p>
          <a:p>
            <a:r>
              <a:t>  },</a:t>
            </a:r>
          </a:p>
          <a:p>
            <a:r>
              <a:t>  {</a:t>
            </a:r>
          </a:p>
          <a:p>
            <a:r>
              <a:t>    "url": "https://www.sciencecenter.or.kr/kor/menu/sub.do?menuId=17_275",</a:t>
            </a:r>
          </a:p>
          <a:p>
            <a:r>
              <a:t>    "role": "source_context",</a:t>
            </a:r>
          </a:p>
          <a:p>
            <a:r>
              <a:t>    "use": "Source URL carried from Anny storyline.",</a:t>
            </a:r>
          </a:p>
          <a:p>
            <a:r>
              <a:t>    "confidence": "medium",</a:t>
            </a:r>
          </a:p>
          <a:p>
            <a:r>
              <a:t>    "manual_check_required": true</a:t>
            </a:r>
          </a:p>
          <a:p>
            <a:r>
              <a:t>  }</a:t>
            </a:r>
          </a:p>
          <a:p>
            <a:r>
              <a:t>]</a:t>
            </a:r>
          </a:p>
          <a:p>
            <a:r>
              <a:t>[proof_object]</a:t>
            </a:r>
          </a:p>
          <a:p>
            <a:r>
              <a:t>{</a:t>
            </a:r>
          </a:p>
          <a:p>
            <a:r>
              <a:t>  "type": "source_card",</a:t>
            </a:r>
          </a:p>
          <a:p>
            <a:r>
              <a:t>  "screen_position": "left_half",</a:t>
            </a:r>
          </a:p>
          <a:p>
            <a:r>
              <a:t>  "source_name": "BBC",</a:t>
            </a:r>
          </a:p>
          <a:p>
            <a:r>
              <a:t>  "display_title": "Source URL carried from Anny storyline.",</a:t>
            </a:r>
          </a:p>
          <a:p>
            <a:r>
              <a:t>  "quote_text": null,</a:t>
            </a:r>
          </a:p>
          <a:p>
            <a:r>
              <a:t>  "quote_translation": null,</a:t>
            </a:r>
          </a:p>
          <a:p>
            <a:r>
              <a:t>  "source_url": "https://www.bbc.com/news/articles/c2023l60370o?at_medium=RSS&amp;at_campaign=rss",</a:t>
            </a:r>
          </a:p>
          <a:p>
            <a:r>
              <a:t>  "image_url": null,</a:t>
            </a:r>
          </a:p>
          <a:p>
            <a:r>
              <a:t>  "chart_title": null,</a:t>
            </a:r>
          </a:p>
          <a:p>
            <a:r>
              <a:t>  "chart_source_label": null,</a:t>
            </a:r>
          </a:p>
          <a:p>
            <a:r>
              <a:t>  "data_hint": null,</a:t>
            </a:r>
          </a:p>
          <a:p>
            <a:r>
              <a:t>  "diagram_nodes": [],</a:t>
            </a:r>
          </a:p>
          <a:p>
            <a:r>
              <a:t>  "diagram_edges": [],</a:t>
            </a:r>
          </a:p>
          <a:p>
            <a:r>
              <a:t>  "placeholder_reason": null,</a:t>
            </a:r>
          </a:p>
          <a:p>
            <a:r>
              <a:t>  "manual_insert_required": false,</a:t>
            </a:r>
          </a:p>
          <a:p>
            <a:r>
              <a:t>  "copyright_risk": false</a:t>
            </a:r>
          </a:p>
          <a:p>
            <a:r>
              <a:t>}</a:t>
            </a:r>
          </a:p>
          <a:p>
            <a:r>
              <a:t>[editor_instruction]</a:t>
            </a:r>
          </a:p>
          <a:p>
            <a:r>
              <a:t>Manual fact-check required before broadcast.</a:t>
            </a:r>
          </a:p>
          <a:p>
            <a:r>
              <a:t>[risk_flags]</a:t>
            </a:r>
          </a:p>
          <a:p>
            <a:r>
              <a:t>[</a:t>
            </a:r>
          </a:p>
          <a:p>
            <a:r>
              <a:t>  "single_source_dependency"</a:t>
            </a:r>
          </a:p>
          <a:p>
            <a:r>
              <a:t>]</a:t>
            </a:r>
          </a:p>
          <a:p/>
          <a:p>
            <a:r>
              <a:t>risk_flags:</a:t>
            </a:r>
          </a:p>
          <a:p>
            <a:r>
              <a:t>[</a:t>
            </a:r>
          </a:p>
          <a:p>
            <a:r>
              <a:t>  "single_source_dependency"</a:t>
            </a:r>
          </a:p>
          <a:p>
            <a:r>
              <a:t>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slide_no: 25</a:t>
            </a:r>
          </a:p>
          <a:p>
            <a:r>
              <a:t>layout_type: comparison</a:t>
            </a:r>
          </a:p>
          <a:p>
            <a:r>
              <a:t>style_profile_loaded: True</a:t>
            </a:r>
          </a:p>
          <a:p>
            <a:r>
              <a:t>style_profile_path: data/style_profiles/syukaworld_ppt_style_profile.json</a:t>
            </a:r>
          </a:p>
          <a:p>
            <a:r>
              <a:t>applied_font_family: 맑은 고딕</a:t>
            </a:r>
          </a:p>
          <a:p>
            <a:r>
              <a:t>applied_fallback_font: Malgun Gothic</a:t>
            </a:r>
          </a:p>
          <a:p>
            <a:r>
              <a:t>source_slide_refs: [</a:t>
            </a:r>
          </a:p>
          <a:p>
            <a:r>
              <a:t>  25</a:t>
            </a:r>
          </a:p>
          <a:p>
            <a:r>
              <a:t>]</a:t>
            </a:r>
          </a:p>
          <a:p>
            <a:r>
              <a:t>proof_object_type: diagram</a:t>
            </a:r>
          </a:p>
          <a:p>
            <a:r>
              <a:t>proof_object_required: True</a:t>
            </a:r>
          </a:p>
          <a:p>
            <a:r>
              <a:t>proof_object_screen_position: center_large</a:t>
            </a:r>
          </a:p>
          <a:p>
            <a:r>
              <a:t>manual_placeholder_hidden: False</a:t>
            </a:r>
          </a:p>
          <a:p/>
          <a:p>
            <a:r>
              <a:t>screen_body_lines:</a:t>
            </a:r>
          </a:p>
          <a:p>
            <a:r>
              <a:t>[]</a:t>
            </a:r>
          </a:p>
          <a:p>
            <a:r>
              <a:t>overflow_body_lines:</a:t>
            </a:r>
          </a:p>
          <a:p>
            <a:r>
              <a:t>[</a:t>
            </a:r>
          </a:p>
          <a:p>
            <a:r>
              <a:t>  "좋은 질문을 만들고",</a:t>
            </a:r>
          </a:p>
          <a:p>
            <a:r>
              <a:t>  "답의 출처를 확인하고",</a:t>
            </a:r>
          </a:p>
          <a:p>
            <a:r>
              <a:t>  "모르는 것을 남겨두는 법을 배우는 일일지도 모른다"</a:t>
            </a:r>
          </a:p>
          <a:p>
            <a:r>
              <a:t>]</a:t>
            </a:r>
          </a:p>
          <a:p/>
          <a:p>
            <a:r>
              <a:t>source_urls:</a:t>
            </a:r>
          </a:p>
          <a:p>
            <a:r>
              <a:t>image_urls:</a:t>
            </a:r>
          </a:p>
          <a:p/>
          <a:p>
            <a:r>
              <a:t>flags:</a:t>
            </a:r>
          </a:p>
          <a:p>
            <a:r>
              <a:t>- needs_source: False</a:t>
            </a:r>
          </a:p>
          <a:p>
            <a:r>
              <a:t>- needs_fact_check: False</a:t>
            </a:r>
          </a:p>
          <a:p>
            <a:r>
              <a:t>- required_before_broadcast: False</a:t>
            </a:r>
          </a:p>
          <a:p>
            <a:r>
              <a:t>- copyright_risk: False</a:t>
            </a:r>
          </a:p>
          <a:p/>
          <a:p>
            <a:r>
              <a:t>visual_plan:</a:t>
            </a:r>
          </a:p>
          <a:p>
            <a:r>
              <a:t>{</a:t>
            </a:r>
          </a:p>
          <a:p>
            <a:r>
              <a:t>  "kind": "diagram",</a:t>
            </a:r>
          </a:p>
          <a:p>
            <a:r>
              <a:t>  "description": "Diagram nodes/edges provided for editable scaffold.",</a:t>
            </a:r>
          </a:p>
          <a:p>
            <a:r>
              <a:t>  "source_note": null,</a:t>
            </a:r>
          </a:p>
          <a:p>
            <a:r>
              <a:t>  "copyright_risk": false,</a:t>
            </a:r>
          </a:p>
          <a:p>
            <a:r>
              <a:t>  "manual_check_required": true,</a:t>
            </a:r>
          </a:p>
          <a:p>
            <a:r>
              <a:t>  "prompt_if_ai_image": null</a:t>
            </a:r>
          </a:p>
          <a:p>
            <a:r>
              <a:t>}</a:t>
            </a:r>
          </a:p>
          <a:p/>
          <a:p>
            <a:r>
              <a:t>proof_object:</a:t>
            </a:r>
          </a:p>
          <a:p>
            <a:r>
              <a:t>{</a:t>
            </a:r>
          </a:p>
          <a:p>
            <a:r>
              <a:t>  "type": "diagram",</a:t>
            </a:r>
          </a:p>
          <a:p>
            <a:r>
              <a:t>  "required": true,</a:t>
            </a:r>
          </a:p>
          <a:p>
            <a:r>
              <a:t>  "screen_position": "center_large",</a:t>
            </a:r>
          </a:p>
          <a:p>
            <a:r>
              <a:t>  "display_label": "[도식]",</a:t>
            </a:r>
          </a:p>
          <a:p>
            <a:r>
              <a:t>  "source_url": null,</a:t>
            </a:r>
          </a:p>
          <a:p>
            <a:r>
              <a:t>  "image_url": null,</a:t>
            </a:r>
          </a:p>
          <a:p>
            <a:r>
              <a:t>  "copyright_risk": false,</a:t>
            </a:r>
          </a:p>
          <a:p>
            <a:r>
              <a:t>  "manual_insert_required": true,</a:t>
            </a:r>
          </a:p>
          <a:p>
            <a:r>
              <a:t>  "source_name": null,</a:t>
            </a:r>
          </a:p>
          <a:p>
            <a:r>
              <a:t>  "display_title": null,</a:t>
            </a:r>
          </a:p>
          <a:p>
            <a:r>
              <a:t>  "quote_text": null,</a:t>
            </a:r>
          </a:p>
          <a:p>
            <a:r>
              <a:t>  "quote_translation": null,</a:t>
            </a:r>
          </a:p>
          <a:p>
            <a:r>
              <a:t>  "chart_title": null,</a:t>
            </a:r>
          </a:p>
          <a:p>
            <a:r>
              <a:t>  "chart_source_label": null,</a:t>
            </a:r>
          </a:p>
          <a:p>
            <a:r>
              <a:t>  "data_hint": null,</a:t>
            </a:r>
          </a:p>
          <a:p>
            <a:r>
              <a:t>  "diagram_nodes": [</a:t>
            </a:r>
          </a:p>
          <a:p>
            <a:r>
              <a:t>    "질문",</a:t>
            </a:r>
          </a:p>
          <a:p>
            <a:r>
              <a:t>    "검증",</a:t>
            </a:r>
          </a:p>
          <a:p>
            <a:r>
              <a:t>    "맥락"</a:t>
            </a:r>
          </a:p>
          <a:p>
            <a:r>
              <a:t>  ],</a:t>
            </a:r>
          </a:p>
          <a:p>
            <a:r>
              <a:t>  "diagram_edges": [</a:t>
            </a:r>
          </a:p>
          <a:p>
            <a:r>
              <a:t>    {</a:t>
            </a:r>
          </a:p>
          <a:p>
            <a:r>
              <a:t>      "from": "질문",</a:t>
            </a:r>
          </a:p>
          <a:p>
            <a:r>
              <a:t>      "to": "검증",</a:t>
            </a:r>
          </a:p>
          <a:p>
            <a:r>
              <a:t>      "label": "출처 확인"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"from": "검증",</a:t>
            </a:r>
          </a:p>
          <a:p>
            <a:r>
              <a:t>      "to": "맥락",</a:t>
            </a:r>
          </a:p>
          <a:p>
            <a:r>
              <a:t>      "label": "다른 자료와 비교"</a:t>
            </a:r>
          </a:p>
          <a:p>
            <a:r>
              <a:t>    }</a:t>
            </a:r>
          </a:p>
          <a:p>
            <a:r>
              <a:t>  ],</a:t>
            </a:r>
          </a:p>
          <a:p>
            <a:r>
              <a:t>  "placeholder_reason": "Diagram nodes/edges provided for editable scaffold."</a:t>
            </a:r>
          </a:p>
          <a:p>
            <a:r>
              <a:t>}</a:t>
            </a:r>
          </a:p>
          <a:p/>
          <a:p>
            <a:r>
              <a:t>edit_notes:</a:t>
            </a:r>
          </a:p>
          <a:p/>
          <a:p>
            <a:r>
              <a:t>speaker_notes:</a:t>
            </a:r>
          </a:p>
          <a:p>
            <a:r>
              <a:t>[rhetorical_bridge] 마무리 문장. 효과 단정이 아니라 질문형 결론으로 유지.</a:t>
            </a:r>
          </a:p>
          <a:p>
            <a:r>
              <a:t>[overflow_notes]</a:t>
            </a:r>
          </a:p>
          <a:p>
            <a:r>
              <a:t>좋은 질문을 만들고</a:t>
            </a:r>
          </a:p>
          <a:p>
            <a:r>
              <a:t>답의 출처를 확인하고</a:t>
            </a:r>
          </a:p>
          <a:p>
            <a:r>
              <a:t>모르는 것을 남겨두는 법을 배우는 일일지도 모른다</a:t>
            </a:r>
          </a:p>
          <a:p>
            <a:r>
              <a:t>[overflow_notes]</a:t>
            </a:r>
          </a:p>
          <a:p>
            <a:r>
              <a:t>좋은 질문을 만들고</a:t>
            </a:r>
          </a:p>
          <a:p>
            <a:r>
              <a:t>답의 출처를 확인하고</a:t>
            </a:r>
          </a:p>
          <a:p>
            <a:r>
              <a:t>모르는 것을 남겨두는 법을 배우는 일일지도 모른다</a:t>
            </a:r>
          </a:p>
          <a:p>
            <a:r>
              <a:t>[proof_object]</a:t>
            </a:r>
          </a:p>
          <a:p>
            <a:r>
              <a:t>{</a:t>
            </a:r>
          </a:p>
          <a:p>
            <a:r>
              <a:t>  "type": "diagram",</a:t>
            </a:r>
          </a:p>
          <a:p>
            <a:r>
              <a:t>  "screen_position": "center_large",</a:t>
            </a:r>
          </a:p>
          <a:p>
            <a:r>
              <a:t>  "source_name": null,</a:t>
            </a:r>
          </a:p>
          <a:p>
            <a:r>
              <a:t>  "display_title": null,</a:t>
            </a:r>
          </a:p>
          <a:p>
            <a:r>
              <a:t>  "quote_text": null,</a:t>
            </a:r>
          </a:p>
          <a:p>
            <a:r>
              <a:t>  "quote_translation": null,</a:t>
            </a:r>
          </a:p>
          <a:p>
            <a:r>
              <a:t>  "source_url": null,</a:t>
            </a:r>
          </a:p>
          <a:p>
            <a:r>
              <a:t>  "image_url": null,</a:t>
            </a:r>
          </a:p>
          <a:p>
            <a:r>
              <a:t>  "chart_title": null,</a:t>
            </a:r>
          </a:p>
          <a:p>
            <a:r>
              <a:t>  "chart_source_label": null,</a:t>
            </a:r>
          </a:p>
          <a:p>
            <a:r>
              <a:t>  "data_hint": null,</a:t>
            </a:r>
          </a:p>
          <a:p>
            <a:r>
              <a:t>  "diagram_nodes": [</a:t>
            </a:r>
          </a:p>
          <a:p>
            <a:r>
              <a:t>    "질문",</a:t>
            </a:r>
          </a:p>
          <a:p>
            <a:r>
              <a:t>    "검증",</a:t>
            </a:r>
          </a:p>
          <a:p>
            <a:r>
              <a:t>    "맥락"</a:t>
            </a:r>
          </a:p>
          <a:p>
            <a:r>
              <a:t>  ],</a:t>
            </a:r>
          </a:p>
          <a:p>
            <a:r>
              <a:t>  "diagram_edges": [</a:t>
            </a:r>
          </a:p>
          <a:p>
            <a:r>
              <a:t>    {</a:t>
            </a:r>
          </a:p>
          <a:p>
            <a:r>
              <a:t>      "from": "질문",</a:t>
            </a:r>
          </a:p>
          <a:p>
            <a:r>
              <a:t>      "to": "검증",</a:t>
            </a:r>
          </a:p>
          <a:p>
            <a:r>
              <a:t>      "label": "출처 확인"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"from": "검증",</a:t>
            </a:r>
          </a:p>
          <a:p>
            <a:r>
              <a:t>      "to": "맥락",</a:t>
            </a:r>
          </a:p>
          <a:p>
            <a:r>
              <a:t>      "label": "다른 자료와 비교"</a:t>
            </a:r>
          </a:p>
          <a:p>
            <a:r>
              <a:t>    }</a:t>
            </a:r>
          </a:p>
          <a:p>
            <a:r>
              <a:t>  ],</a:t>
            </a:r>
          </a:p>
          <a:p>
            <a:r>
              <a:t>  "placeholder_reason": "Diagram nodes/edges provided for editable scaffold.",</a:t>
            </a:r>
          </a:p>
          <a:p>
            <a:r>
              <a:t>  "manual_insert_required": true,</a:t>
            </a:r>
          </a:p>
          <a:p>
            <a:r>
              <a:t>  "copyright_risk": false</a:t>
            </a:r>
          </a:p>
          <a:p>
            <a: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slide_no: 26</a:t>
            </a:r>
          </a:p>
          <a:p>
            <a:r>
              <a:t>layout_type: comparison</a:t>
            </a:r>
          </a:p>
          <a:p>
            <a:r>
              <a:t>style_profile_loaded: True</a:t>
            </a:r>
          </a:p>
          <a:p>
            <a:r>
              <a:t>style_profile_path: data/style_profiles/syukaworld_ppt_style_profile.json</a:t>
            </a:r>
          </a:p>
          <a:p>
            <a:r>
              <a:t>applied_font_family: 맑은 고딕</a:t>
            </a:r>
          </a:p>
          <a:p>
            <a:r>
              <a:t>applied_fallback_font: Malgun Gothic</a:t>
            </a:r>
          </a:p>
          <a:p>
            <a:r>
              <a:t>source_slide_refs: [</a:t>
            </a:r>
          </a:p>
          <a:p>
            <a:r>
              <a:t>  26</a:t>
            </a:r>
          </a:p>
          <a:p>
            <a:r>
              <a:t>]</a:t>
            </a:r>
          </a:p>
          <a:p>
            <a:r>
              <a:t>proof_object_type: diagram</a:t>
            </a:r>
          </a:p>
          <a:p>
            <a:r>
              <a:t>proof_object_required: True</a:t>
            </a:r>
          </a:p>
          <a:p>
            <a:r>
              <a:t>proof_object_screen_position: center_large</a:t>
            </a:r>
          </a:p>
          <a:p>
            <a:r>
              <a:t>manual_placeholder_hidden: False</a:t>
            </a:r>
          </a:p>
          <a:p/>
          <a:p>
            <a:r>
              <a:t>screen_body_lines:</a:t>
            </a:r>
          </a:p>
          <a:p>
            <a:r>
              <a:t>[]</a:t>
            </a:r>
          </a:p>
          <a:p>
            <a:r>
              <a:t>overflow_body_lines:</a:t>
            </a:r>
          </a:p>
          <a:p>
            <a:r>
              <a:t>[</a:t>
            </a:r>
          </a:p>
          <a:p>
            <a:r>
              <a:t>  "이제 진짜 시험 문제는 이걸지도 모른다",</a:t>
            </a:r>
          </a:p>
          <a:p>
            <a:r>
              <a:t>  "답은 AI가 했는데, 질문은 누가 했습니까?"</a:t>
            </a:r>
          </a:p>
          <a:p>
            <a:r>
              <a:t>]</a:t>
            </a:r>
          </a:p>
          <a:p/>
          <a:p>
            <a:r>
              <a:t>source_urls:</a:t>
            </a:r>
          </a:p>
          <a:p>
            <a:r>
              <a:t>image_urls:</a:t>
            </a:r>
          </a:p>
          <a:p/>
          <a:p>
            <a:r>
              <a:t>flags:</a:t>
            </a:r>
          </a:p>
          <a:p>
            <a:r>
              <a:t>- needs_source: False</a:t>
            </a:r>
          </a:p>
          <a:p>
            <a:r>
              <a:t>- needs_fact_check: False</a:t>
            </a:r>
          </a:p>
          <a:p>
            <a:r>
              <a:t>- required_before_broadcast: False</a:t>
            </a:r>
          </a:p>
          <a:p>
            <a:r>
              <a:t>- copyright_risk: False</a:t>
            </a:r>
          </a:p>
          <a:p/>
          <a:p>
            <a:r>
              <a:t>visual_plan:</a:t>
            </a:r>
          </a:p>
          <a:p>
            <a:r>
              <a:t>{</a:t>
            </a:r>
          </a:p>
          <a:p>
            <a:r>
              <a:t>  "kind": "diagram",</a:t>
            </a:r>
          </a:p>
          <a:p>
            <a:r>
              <a:t>  "description": "Diagram nodes/edges provided for editable scaffold.",</a:t>
            </a:r>
          </a:p>
          <a:p>
            <a:r>
              <a:t>  "source_note": null,</a:t>
            </a:r>
          </a:p>
          <a:p>
            <a:r>
              <a:t>  "copyright_risk": false,</a:t>
            </a:r>
          </a:p>
          <a:p>
            <a:r>
              <a:t>  "manual_check_required": true,</a:t>
            </a:r>
          </a:p>
          <a:p>
            <a:r>
              <a:t>  "prompt_if_ai_image": null</a:t>
            </a:r>
          </a:p>
          <a:p>
            <a:r>
              <a:t>}</a:t>
            </a:r>
          </a:p>
          <a:p/>
          <a:p>
            <a:r>
              <a:t>proof_object:</a:t>
            </a:r>
          </a:p>
          <a:p>
            <a:r>
              <a:t>{</a:t>
            </a:r>
          </a:p>
          <a:p>
            <a:r>
              <a:t>  "type": "diagram",</a:t>
            </a:r>
          </a:p>
          <a:p>
            <a:r>
              <a:t>  "required": true,</a:t>
            </a:r>
          </a:p>
          <a:p>
            <a:r>
              <a:t>  "screen_position": "center_large",</a:t>
            </a:r>
          </a:p>
          <a:p>
            <a:r>
              <a:t>  "display_label": "[도식]",</a:t>
            </a:r>
          </a:p>
          <a:p>
            <a:r>
              <a:t>  "source_url": null,</a:t>
            </a:r>
          </a:p>
          <a:p>
            <a:r>
              <a:t>  "image_url": null,</a:t>
            </a:r>
          </a:p>
          <a:p>
            <a:r>
              <a:t>  "copyright_risk": false,</a:t>
            </a:r>
          </a:p>
          <a:p>
            <a:r>
              <a:t>  "manual_insert_required": true,</a:t>
            </a:r>
          </a:p>
          <a:p>
            <a:r>
              <a:t>  "source_name": null,</a:t>
            </a:r>
          </a:p>
          <a:p>
            <a:r>
              <a:t>  "display_title": null,</a:t>
            </a:r>
          </a:p>
          <a:p>
            <a:r>
              <a:t>  "quote_text": null,</a:t>
            </a:r>
          </a:p>
          <a:p>
            <a:r>
              <a:t>  "quote_translation": null,</a:t>
            </a:r>
          </a:p>
          <a:p>
            <a:r>
              <a:t>  "chart_title": null,</a:t>
            </a:r>
          </a:p>
          <a:p>
            <a:r>
              <a:t>  "chart_source_label": null,</a:t>
            </a:r>
          </a:p>
          <a:p>
            <a:r>
              <a:t>  "data_hint": null,</a:t>
            </a:r>
          </a:p>
          <a:p>
            <a:r>
              <a:t>  "diagram_nodes": [</a:t>
            </a:r>
          </a:p>
          <a:p>
            <a:r>
              <a:t>    "질문",</a:t>
            </a:r>
          </a:p>
          <a:p>
            <a:r>
              <a:t>    "검증",</a:t>
            </a:r>
          </a:p>
          <a:p>
            <a:r>
              <a:t>    "맥락"</a:t>
            </a:r>
          </a:p>
          <a:p>
            <a:r>
              <a:t>  ],</a:t>
            </a:r>
          </a:p>
          <a:p>
            <a:r>
              <a:t>  "diagram_edges": [</a:t>
            </a:r>
          </a:p>
          <a:p>
            <a:r>
              <a:t>    {</a:t>
            </a:r>
          </a:p>
          <a:p>
            <a:r>
              <a:t>      "from": "질문",</a:t>
            </a:r>
          </a:p>
          <a:p>
            <a:r>
              <a:t>      "to": "검증",</a:t>
            </a:r>
          </a:p>
          <a:p>
            <a:r>
              <a:t>      "label": "출처 확인"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"from": "검증",</a:t>
            </a:r>
          </a:p>
          <a:p>
            <a:r>
              <a:t>      "to": "맥락",</a:t>
            </a:r>
          </a:p>
          <a:p>
            <a:r>
              <a:t>      "label": "다른 자료와 비교"</a:t>
            </a:r>
          </a:p>
          <a:p>
            <a:r>
              <a:t>    }</a:t>
            </a:r>
          </a:p>
          <a:p>
            <a:r>
              <a:t>  ],</a:t>
            </a:r>
          </a:p>
          <a:p>
            <a:r>
              <a:t>  "placeholder_reason": "Diagram nodes/edges provided for editable scaffold."</a:t>
            </a:r>
          </a:p>
          <a:p>
            <a:r>
              <a:t>}</a:t>
            </a:r>
          </a:p>
          <a:p/>
          <a:p>
            <a:r>
              <a:t>edit_notes:</a:t>
            </a:r>
          </a:p>
          <a:p/>
          <a:p>
            <a:r>
              <a:t>speaker_notes:</a:t>
            </a:r>
          </a:p>
          <a:p>
            <a:r>
              <a:t>[rhetorical_bridge] 방송용 punchline. 출처 없는 사실 주장 아님.</a:t>
            </a:r>
          </a:p>
          <a:p>
            <a:r>
              <a:t>[overflow_notes]</a:t>
            </a:r>
          </a:p>
          <a:p>
            <a:r>
              <a:t>이제 진짜 시험 문제는 이걸지도 모른다</a:t>
            </a:r>
          </a:p>
          <a:p>
            <a:r>
              <a:t>답은 AI가 했는데, 질문은 누가 했습니까?</a:t>
            </a:r>
          </a:p>
          <a:p>
            <a:r>
              <a:t>[overflow_notes]</a:t>
            </a:r>
          </a:p>
          <a:p>
            <a:r>
              <a:t>이제 진짜 시험 문제는 이걸지도 모른다</a:t>
            </a:r>
          </a:p>
          <a:p>
            <a:r>
              <a:t>답은 AI가 했는데, 질문은 누가 했습니까?</a:t>
            </a:r>
          </a:p>
          <a:p>
            <a:r>
              <a:t>[proof_object]</a:t>
            </a:r>
          </a:p>
          <a:p>
            <a:r>
              <a:t>{</a:t>
            </a:r>
          </a:p>
          <a:p>
            <a:r>
              <a:t>  "type": "diagram",</a:t>
            </a:r>
          </a:p>
          <a:p>
            <a:r>
              <a:t>  "screen_position": "center_large",</a:t>
            </a:r>
          </a:p>
          <a:p>
            <a:r>
              <a:t>  "source_name": null,</a:t>
            </a:r>
          </a:p>
          <a:p>
            <a:r>
              <a:t>  "display_title": null,</a:t>
            </a:r>
          </a:p>
          <a:p>
            <a:r>
              <a:t>  "quote_text": null,</a:t>
            </a:r>
          </a:p>
          <a:p>
            <a:r>
              <a:t>  "quote_translation": null,</a:t>
            </a:r>
          </a:p>
          <a:p>
            <a:r>
              <a:t>  "source_url": null,</a:t>
            </a:r>
          </a:p>
          <a:p>
            <a:r>
              <a:t>  "image_url": null,</a:t>
            </a:r>
          </a:p>
          <a:p>
            <a:r>
              <a:t>  "chart_title": null,</a:t>
            </a:r>
          </a:p>
          <a:p>
            <a:r>
              <a:t>  "chart_source_label": null,</a:t>
            </a:r>
          </a:p>
          <a:p>
            <a:r>
              <a:t>  "data_hint": null,</a:t>
            </a:r>
          </a:p>
          <a:p>
            <a:r>
              <a:t>  "diagram_nodes": [</a:t>
            </a:r>
          </a:p>
          <a:p>
            <a:r>
              <a:t>    "질문",</a:t>
            </a:r>
          </a:p>
          <a:p>
            <a:r>
              <a:t>    "검증",</a:t>
            </a:r>
          </a:p>
          <a:p>
            <a:r>
              <a:t>    "맥락"</a:t>
            </a:r>
          </a:p>
          <a:p>
            <a:r>
              <a:t>  ],</a:t>
            </a:r>
          </a:p>
          <a:p>
            <a:r>
              <a:t>  "diagram_edges": [</a:t>
            </a:r>
          </a:p>
          <a:p>
            <a:r>
              <a:t>    {</a:t>
            </a:r>
          </a:p>
          <a:p>
            <a:r>
              <a:t>      "from": "질문",</a:t>
            </a:r>
          </a:p>
          <a:p>
            <a:r>
              <a:t>      "to": "검증",</a:t>
            </a:r>
          </a:p>
          <a:p>
            <a:r>
              <a:t>      "label": "출처 확인"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"from": "검증",</a:t>
            </a:r>
          </a:p>
          <a:p>
            <a:r>
              <a:t>      "to": "맥락",</a:t>
            </a:r>
          </a:p>
          <a:p>
            <a:r>
              <a:t>      "label": "다른 자료와 비교"</a:t>
            </a:r>
          </a:p>
          <a:p>
            <a:r>
              <a:t>    }</a:t>
            </a:r>
          </a:p>
          <a:p>
            <a:r>
              <a:t>  ],</a:t>
            </a:r>
          </a:p>
          <a:p>
            <a:r>
              <a:t>  "placeholder_reason": "Diagram nodes/edges provided for editable scaffold.",</a:t>
            </a:r>
          </a:p>
          <a:p>
            <a:r>
              <a:t>  "manual_insert_required": true,</a:t>
            </a:r>
          </a:p>
          <a:p>
            <a:r>
              <a:t>  "copyright_risk": false</a:t>
            </a:r>
          </a:p>
          <a:p>
            <a: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56792" y="1122883"/>
            <a:ext cx="10478109" cy="2387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400" b="1" u="none">
                <a:solidFill>
                  <a:srgbClr val="000000"/>
                </a:solidFill>
                <a:latin typeface="맑은 고딕"/>
              </a:rPr>
              <a:t>AI 즉답 시대의 지식기관 역할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2414" y="356616"/>
            <a:ext cx="11192256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0" u="none">
                <a:solidFill>
                  <a:srgbClr val="FF0000"/>
                </a:solidFill>
                <a:latin typeface="맑은 고딕"/>
              </a:rPr>
              <a:t>AI가 답을 바로 주는 건 정말 편리하다</a:t>
            </a:r>
          </a:p>
        </p:txBody>
      </p:sp>
      <p:sp>
        <p:nvSpPr>
          <p:cNvPr id="3" name="Rectangle 2"/>
          <p:cNvSpPr/>
          <p:nvPr/>
        </p:nvSpPr>
        <p:spPr>
          <a:xfrm>
            <a:off x="713232" y="1417320"/>
            <a:ext cx="4892040" cy="4114800"/>
          </a:xfrm>
          <a:prstGeom prst="rect">
            <a:avLst/>
          </a:prstGeom>
          <a:solidFill>
            <a:srgbClr val="F8F8F8"/>
          </a:solidFill>
          <a:ln w="1270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33271" y="3040380"/>
            <a:ext cx="1828799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456432" y="3040380"/>
            <a:ext cx="1828799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4712" y="3204972"/>
            <a:ext cx="16459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u="none">
                <a:solidFill>
                  <a:srgbClr val="000000"/>
                </a:solidFill>
                <a:latin typeface="맑은 고딕"/>
              </a:rPr>
              <a:t>기존 검색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" y="3607308"/>
            <a:ext cx="16459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u="none">
                <a:solidFill>
                  <a:srgbClr val="373737"/>
                </a:solidFill>
                <a:latin typeface="맑은 고딕"/>
              </a:rPr>
              <a:t>여러 결과를 확인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47872" y="3204972"/>
            <a:ext cx="16459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u="none">
                <a:solidFill>
                  <a:srgbClr val="000000"/>
                </a:solidFill>
                <a:latin typeface="맑은 고딕"/>
              </a:rPr>
              <a:t>AI 즉답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47872" y="3607308"/>
            <a:ext cx="16459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u="none">
                <a:solidFill>
                  <a:srgbClr val="373737"/>
                </a:solidFill>
                <a:latin typeface="맑은 고딕"/>
              </a:rPr>
              <a:t>after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30652" y="3387852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u="none">
                <a:solidFill>
                  <a:srgbClr val="373737"/>
                </a:solidFill>
                <a:latin typeface="맑은 고딕"/>
              </a:rPr>
              <a:t>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89320" y="1508760"/>
            <a:ext cx="5303520" cy="3337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50000"/>
              </a:lnSpc>
            </a:p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1508760"/>
            <a:ext cx="4800600" cy="3794760"/>
          </a:xfrm>
          <a:prstGeom prst="rect">
            <a:avLst/>
          </a:prstGeom>
          <a:solidFill>
            <a:srgbClr val="F5F5F5"/>
          </a:solidFill>
          <a:ln w="1270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100" b="1">
                <a:solidFill>
                  <a:srgbClr val="000000"/>
                </a:solidFill>
                <a:latin typeface="맑은 고딕"/>
              </a:rPr>
              <a:t>BBC</a:t>
            </a:r>
          </a:p>
          <a:p>
            <a:pPr algn="ctr">
              <a:spcBef>
                <a:spcPts val="400"/>
              </a:spcBef>
            </a:pPr>
            <a:r>
              <a:rPr sz="1400" b="0">
                <a:solidFill>
                  <a:srgbClr val="373737"/>
                </a:solidFill>
                <a:latin typeface="맑은 고딕"/>
              </a:rPr>
              <a:t>Source URL carried from Anny storyline.</a:t>
            </a:r>
          </a:p>
        </p:txBody>
      </p:sp>
      <p:sp>
        <p:nvSpPr>
          <p:cNvPr id="3" name="Rectangle 2"/>
          <p:cNvSpPr/>
          <p:nvPr/>
        </p:nvSpPr>
        <p:spPr>
          <a:xfrm>
            <a:off x="5806440" y="731520"/>
            <a:ext cx="6126479" cy="6446520"/>
          </a:xfrm>
          <a:prstGeom prst="rect">
            <a:avLst/>
          </a:prstGeom>
          <a:solidFill>
            <a:srgbClr val="FFFFFF"/>
          </a:solidFill>
          <a:ln w="15240">
            <a:solidFill>
              <a:srgbClr val="D2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72414" y="356616"/>
            <a:ext cx="11192256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0" u="none">
                <a:solidFill>
                  <a:srgbClr val="FF0000"/>
                </a:solidFill>
                <a:latin typeface="맑은 고딕"/>
              </a:rPr>
              <a:t>영국 왕립천문대 쪽에서 나온 경고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06440" y="1965960"/>
            <a:ext cx="5577840" cy="2468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50000"/>
              </a:lnSpc>
            </a:p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2414" y="356616"/>
            <a:ext cx="11192256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0" u="none">
                <a:solidFill>
                  <a:srgbClr val="FF0000"/>
                </a:solidFill>
                <a:latin typeface="맑은 고딕"/>
              </a:rPr>
              <a:t>천문대가 왜 이런 말을 했을까</a:t>
            </a:r>
          </a:p>
        </p:txBody>
      </p:sp>
      <p:sp>
        <p:nvSpPr>
          <p:cNvPr id="3" name="Rectangle 2"/>
          <p:cNvSpPr/>
          <p:nvPr/>
        </p:nvSpPr>
        <p:spPr>
          <a:xfrm>
            <a:off x="713232" y="1417320"/>
            <a:ext cx="4892040" cy="4114800"/>
          </a:xfrm>
          <a:prstGeom prst="rect">
            <a:avLst/>
          </a:prstGeom>
          <a:solidFill>
            <a:srgbClr val="F8F8F8"/>
          </a:solidFill>
          <a:ln w="1270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33271" y="3040380"/>
            <a:ext cx="1828799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456432" y="3040380"/>
            <a:ext cx="1828799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4712" y="3204972"/>
            <a:ext cx="16459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u="none">
                <a:solidFill>
                  <a:srgbClr val="000000"/>
                </a:solidFill>
                <a:latin typeface="맑은 고딕"/>
              </a:rPr>
              <a:t>기존 검색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" y="3607308"/>
            <a:ext cx="16459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u="none">
                <a:solidFill>
                  <a:srgbClr val="373737"/>
                </a:solidFill>
                <a:latin typeface="맑은 고딕"/>
              </a:rPr>
              <a:t>여러 결과를 확인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47872" y="3204972"/>
            <a:ext cx="16459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u="none">
                <a:solidFill>
                  <a:srgbClr val="000000"/>
                </a:solidFill>
                <a:latin typeface="맑은 고딕"/>
              </a:rPr>
              <a:t>AI 즉답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47872" y="3607308"/>
            <a:ext cx="16459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u="none">
                <a:solidFill>
                  <a:srgbClr val="373737"/>
                </a:solidFill>
                <a:latin typeface="맑은 고딕"/>
              </a:rPr>
              <a:t>after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30652" y="3387852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u="none">
                <a:solidFill>
                  <a:srgbClr val="373737"/>
                </a:solidFill>
                <a:latin typeface="맑은 고딕"/>
              </a:rPr>
              <a:t>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89320" y="1508760"/>
            <a:ext cx="5303520" cy="3337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50000"/>
              </a:lnSpc>
            </a:p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2414" y="356616"/>
            <a:ext cx="11192256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0" u="none">
                <a:solidFill>
                  <a:srgbClr val="FF0000"/>
                </a:solidFill>
                <a:latin typeface="맑은 고딕"/>
              </a:rPr>
              <a:t>이 이야기는 천문대만의 이야기가 아니다</a:t>
            </a:r>
          </a:p>
        </p:txBody>
      </p:sp>
      <p:sp>
        <p:nvSpPr>
          <p:cNvPr id="3" name="Rectangle 2"/>
          <p:cNvSpPr/>
          <p:nvPr/>
        </p:nvSpPr>
        <p:spPr>
          <a:xfrm>
            <a:off x="713232" y="1417320"/>
            <a:ext cx="4892040" cy="4114800"/>
          </a:xfrm>
          <a:prstGeom prst="rect">
            <a:avLst/>
          </a:prstGeom>
          <a:solidFill>
            <a:srgbClr val="F8F8F8"/>
          </a:solidFill>
          <a:ln w="1270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33271" y="3040380"/>
            <a:ext cx="1828799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456432" y="3040380"/>
            <a:ext cx="1828799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4712" y="3204972"/>
            <a:ext cx="16459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u="none">
                <a:solidFill>
                  <a:srgbClr val="000000"/>
                </a:solidFill>
                <a:latin typeface="맑은 고딕"/>
              </a:rPr>
              <a:t>답 제공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" y="3607308"/>
            <a:ext cx="16459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u="none">
                <a:solidFill>
                  <a:srgbClr val="373737"/>
                </a:solidFill>
                <a:latin typeface="맑은 고딕"/>
              </a:rPr>
              <a:t>역할 변화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47872" y="3204972"/>
            <a:ext cx="16459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u="none">
                <a:solidFill>
                  <a:srgbClr val="000000"/>
                </a:solidFill>
                <a:latin typeface="맑은 고딕"/>
              </a:rPr>
              <a:t>질문 훈련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47872" y="3607308"/>
            <a:ext cx="16459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u="none">
                <a:solidFill>
                  <a:srgbClr val="373737"/>
                </a:solidFill>
                <a:latin typeface="맑은 고딕"/>
              </a:rPr>
              <a:t>after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30652" y="3387852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u="none">
                <a:solidFill>
                  <a:srgbClr val="373737"/>
                </a:solidFill>
                <a:latin typeface="맑은 고딕"/>
              </a:rPr>
              <a:t>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89320" y="1508760"/>
            <a:ext cx="5303520" cy="3337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50000"/>
              </a:lnSpc>
            </a:p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2414" y="356616"/>
            <a:ext cx="11192256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0" u="none">
                <a:solidFill>
                  <a:srgbClr val="FF0000"/>
                </a:solidFill>
                <a:latin typeface="맑은 고딕"/>
              </a:rPr>
              <a:t>그러면 이제 공부는 무엇이 되는가</a:t>
            </a:r>
          </a:p>
        </p:txBody>
      </p:sp>
      <p:sp>
        <p:nvSpPr>
          <p:cNvPr id="3" name="Rectangle 2"/>
          <p:cNvSpPr/>
          <p:nvPr/>
        </p:nvSpPr>
        <p:spPr>
          <a:xfrm>
            <a:off x="713232" y="1417320"/>
            <a:ext cx="4892040" cy="4114800"/>
          </a:xfrm>
          <a:prstGeom prst="rect">
            <a:avLst/>
          </a:prstGeom>
          <a:solidFill>
            <a:srgbClr val="F8F8F8"/>
          </a:solidFill>
          <a:ln w="1270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33271" y="3040380"/>
            <a:ext cx="1828799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456432" y="3040380"/>
            <a:ext cx="1828799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4712" y="3204972"/>
            <a:ext cx="16459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u="none">
                <a:solidFill>
                  <a:srgbClr val="000000"/>
                </a:solidFill>
                <a:latin typeface="맑은 고딕"/>
              </a:rPr>
              <a:t>질문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" y="3607308"/>
            <a:ext cx="16459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u="none">
                <a:solidFill>
                  <a:srgbClr val="373737"/>
                </a:solidFill>
                <a:latin typeface="맑은 고딕"/>
              </a:rPr>
              <a:t>출처 확인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47872" y="3204972"/>
            <a:ext cx="16459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u="none">
                <a:solidFill>
                  <a:srgbClr val="000000"/>
                </a:solidFill>
                <a:latin typeface="맑은 고딕"/>
              </a:rPr>
              <a:t>검증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47872" y="3607308"/>
            <a:ext cx="16459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u="none">
                <a:solidFill>
                  <a:srgbClr val="373737"/>
                </a:solidFill>
                <a:latin typeface="맑은 고딕"/>
              </a:rPr>
              <a:t>after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30652" y="3387852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u="none">
                <a:solidFill>
                  <a:srgbClr val="373737"/>
                </a:solidFill>
                <a:latin typeface="맑은 고딕"/>
              </a:rPr>
              <a:t>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89320" y="1508760"/>
            <a:ext cx="5303520" cy="3337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50000"/>
              </a:lnSpc>
            </a:p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43991" y="1273759"/>
            <a:ext cx="10752429" cy="2424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400" b="1" u="none">
                <a:solidFill>
                  <a:srgbClr val="181C23"/>
                </a:solidFill>
                <a:latin typeface="맑은 고딕"/>
              </a:rPr>
              <a:t>생략되는 건 답이 아니라 과정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2414" y="356616"/>
            <a:ext cx="11192256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0" u="none">
                <a:solidFill>
                  <a:srgbClr val="FF0000"/>
                </a:solidFill>
                <a:latin typeface="맑은 고딕"/>
              </a:rPr>
              <a:t>예전 검색은 귀찮았지만 흔적이 남았다</a:t>
            </a:r>
          </a:p>
        </p:txBody>
      </p:sp>
      <p:sp>
        <p:nvSpPr>
          <p:cNvPr id="3" name="Rectangle 2"/>
          <p:cNvSpPr/>
          <p:nvPr/>
        </p:nvSpPr>
        <p:spPr>
          <a:xfrm>
            <a:off x="713232" y="1417320"/>
            <a:ext cx="4892040" cy="4114800"/>
          </a:xfrm>
          <a:prstGeom prst="rect">
            <a:avLst/>
          </a:prstGeom>
          <a:solidFill>
            <a:srgbClr val="F8F8F8"/>
          </a:solidFill>
          <a:ln w="1270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33271" y="3040380"/>
            <a:ext cx="1828799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456432" y="3040380"/>
            <a:ext cx="1828799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4712" y="3204972"/>
            <a:ext cx="16459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u="none">
                <a:solidFill>
                  <a:srgbClr val="000000"/>
                </a:solidFill>
                <a:latin typeface="맑은 고딕"/>
              </a:rPr>
              <a:t>기존 검색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" y="3607308"/>
            <a:ext cx="16459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u="none">
                <a:solidFill>
                  <a:srgbClr val="373737"/>
                </a:solidFill>
                <a:latin typeface="맑은 고딕"/>
              </a:rPr>
              <a:t>여러 결과를 확인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47872" y="3204972"/>
            <a:ext cx="16459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u="none">
                <a:solidFill>
                  <a:srgbClr val="000000"/>
                </a:solidFill>
                <a:latin typeface="맑은 고딕"/>
              </a:rPr>
              <a:t>AI 즉답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47872" y="3607308"/>
            <a:ext cx="16459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u="none">
                <a:solidFill>
                  <a:srgbClr val="373737"/>
                </a:solidFill>
                <a:latin typeface="맑은 고딕"/>
              </a:rPr>
              <a:t>after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30652" y="3387852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u="none">
                <a:solidFill>
                  <a:srgbClr val="373737"/>
                </a:solidFill>
                <a:latin typeface="맑은 고딕"/>
              </a:rPr>
              <a:t>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89320" y="1508760"/>
            <a:ext cx="5303520" cy="3337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50000"/>
              </a:lnSpc>
            </a:p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2414" y="356616"/>
            <a:ext cx="11192256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0" u="none">
                <a:solidFill>
                  <a:srgbClr val="FF0000"/>
                </a:solidFill>
                <a:latin typeface="맑은 고딕"/>
              </a:rPr>
              <a:t>AI 즉답은 그 과정을 압축한다</a:t>
            </a:r>
          </a:p>
        </p:txBody>
      </p:sp>
      <p:sp>
        <p:nvSpPr>
          <p:cNvPr id="3" name="Rectangle 2"/>
          <p:cNvSpPr/>
          <p:nvPr/>
        </p:nvSpPr>
        <p:spPr>
          <a:xfrm>
            <a:off x="713232" y="1417320"/>
            <a:ext cx="4892040" cy="4114800"/>
          </a:xfrm>
          <a:prstGeom prst="rect">
            <a:avLst/>
          </a:prstGeom>
          <a:solidFill>
            <a:srgbClr val="F8F8F8"/>
          </a:solidFill>
          <a:ln w="1270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33271" y="3040380"/>
            <a:ext cx="1828799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456432" y="3040380"/>
            <a:ext cx="1828799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4712" y="3204972"/>
            <a:ext cx="16459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u="none">
                <a:solidFill>
                  <a:srgbClr val="000000"/>
                </a:solidFill>
                <a:latin typeface="맑은 고딕"/>
              </a:rPr>
              <a:t>기존 검색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" y="3607308"/>
            <a:ext cx="16459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u="none">
                <a:solidFill>
                  <a:srgbClr val="373737"/>
                </a:solidFill>
                <a:latin typeface="맑은 고딕"/>
              </a:rPr>
              <a:t>여러 결과를 확인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47872" y="3204972"/>
            <a:ext cx="16459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u="none">
                <a:solidFill>
                  <a:srgbClr val="000000"/>
                </a:solidFill>
                <a:latin typeface="맑은 고딕"/>
              </a:rPr>
              <a:t>AI 즉답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47872" y="3607308"/>
            <a:ext cx="16459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u="none">
                <a:solidFill>
                  <a:srgbClr val="373737"/>
                </a:solidFill>
                <a:latin typeface="맑은 고딕"/>
              </a:rPr>
              <a:t>after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30652" y="3387852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u="none">
                <a:solidFill>
                  <a:srgbClr val="373737"/>
                </a:solidFill>
                <a:latin typeface="맑은 고딕"/>
              </a:rPr>
              <a:t>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89320" y="1508760"/>
            <a:ext cx="5303520" cy="3337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50000"/>
              </a:lnSpc>
            </a:p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2414" y="356616"/>
            <a:ext cx="11192256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0" u="none">
                <a:solidFill>
                  <a:srgbClr val="FF0000"/>
                </a:solidFill>
                <a:latin typeface="맑은 고딕"/>
              </a:rPr>
              <a:t>생각은 결과가 아니라 중간 과정에 숨어 있다</a:t>
            </a:r>
          </a:p>
        </p:txBody>
      </p:sp>
      <p:sp>
        <p:nvSpPr>
          <p:cNvPr id="3" name="Rectangle 2"/>
          <p:cNvSpPr/>
          <p:nvPr/>
        </p:nvSpPr>
        <p:spPr>
          <a:xfrm>
            <a:off x="713232" y="1417320"/>
            <a:ext cx="4892040" cy="4114800"/>
          </a:xfrm>
          <a:prstGeom prst="rect">
            <a:avLst/>
          </a:prstGeom>
          <a:solidFill>
            <a:srgbClr val="F8F8F8"/>
          </a:solidFill>
          <a:ln w="1270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33271" y="3040380"/>
            <a:ext cx="1828799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456432" y="3040380"/>
            <a:ext cx="1828799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4712" y="3204972"/>
            <a:ext cx="16459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u="none">
                <a:solidFill>
                  <a:srgbClr val="000000"/>
                </a:solidFill>
                <a:latin typeface="맑은 고딕"/>
              </a:rPr>
              <a:t>질문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" y="3607308"/>
            <a:ext cx="16459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u="none">
                <a:solidFill>
                  <a:srgbClr val="373737"/>
                </a:solidFill>
                <a:latin typeface="맑은 고딕"/>
              </a:rPr>
              <a:t>출처 확인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47872" y="3204972"/>
            <a:ext cx="16459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u="none">
                <a:solidFill>
                  <a:srgbClr val="000000"/>
                </a:solidFill>
                <a:latin typeface="맑은 고딕"/>
              </a:rPr>
              <a:t>검증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47872" y="3607308"/>
            <a:ext cx="16459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u="none">
                <a:solidFill>
                  <a:srgbClr val="373737"/>
                </a:solidFill>
                <a:latin typeface="맑은 고딕"/>
              </a:rPr>
              <a:t>after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30652" y="3387852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u="none">
                <a:solidFill>
                  <a:srgbClr val="373737"/>
                </a:solidFill>
                <a:latin typeface="맑은 고딕"/>
              </a:rPr>
              <a:t>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89320" y="1508760"/>
            <a:ext cx="5303520" cy="3337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50000"/>
              </a:lnSpc>
            </a:p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1508760"/>
            <a:ext cx="4800600" cy="3794760"/>
          </a:xfrm>
          <a:prstGeom prst="rect">
            <a:avLst/>
          </a:prstGeom>
          <a:solidFill>
            <a:srgbClr val="F5F5F5"/>
          </a:solidFill>
          <a:ln w="1270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100" b="1">
                <a:solidFill>
                  <a:srgbClr val="000000"/>
                </a:solidFill>
                <a:latin typeface="맑은 고딕"/>
              </a:rPr>
              <a:t>BBC</a:t>
            </a:r>
          </a:p>
          <a:p>
            <a:pPr algn="ctr">
              <a:spcBef>
                <a:spcPts val="400"/>
              </a:spcBef>
            </a:pPr>
            <a:r>
              <a:rPr sz="1400" b="0">
                <a:solidFill>
                  <a:srgbClr val="373737"/>
                </a:solidFill>
                <a:latin typeface="맑은 고딕"/>
              </a:rPr>
              <a:t>Source URL carried from Anny storyline.</a:t>
            </a:r>
          </a:p>
        </p:txBody>
      </p:sp>
      <p:sp>
        <p:nvSpPr>
          <p:cNvPr id="3" name="Rectangle 2"/>
          <p:cNvSpPr/>
          <p:nvPr/>
        </p:nvSpPr>
        <p:spPr>
          <a:xfrm>
            <a:off x="5806440" y="731520"/>
            <a:ext cx="6126479" cy="6446520"/>
          </a:xfrm>
          <a:prstGeom prst="rect">
            <a:avLst/>
          </a:prstGeom>
          <a:solidFill>
            <a:srgbClr val="FFFFFF"/>
          </a:solidFill>
          <a:ln w="15240">
            <a:solidFill>
              <a:srgbClr val="D2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72414" y="356616"/>
            <a:ext cx="11192256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0" u="none">
                <a:solidFill>
                  <a:srgbClr val="FF0000"/>
                </a:solidFill>
                <a:latin typeface="맑은 고딕"/>
              </a:rPr>
              <a:t>Royal Observatory의 문제의식도 여기에 가깝다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06440" y="1965960"/>
            <a:ext cx="5577840" cy="2468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2800" b="0" u="none">
                <a:solidFill>
                  <a:srgbClr val="000000"/>
                </a:solidFill>
                <a:latin typeface="맑은 고딕"/>
              </a:rPr>
              <a:t>답보다 남겨야 할 것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2800" b="0" u="none">
                <a:solidFill>
                  <a:srgbClr val="000000"/>
                </a:solidFill>
                <a:latin typeface="맑은 고딕"/>
              </a:rPr>
              <a:t>질문하고 검증하는 습관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2414" y="356616"/>
            <a:ext cx="11192256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0" u="none">
                <a:solidFill>
                  <a:srgbClr val="FF0000"/>
                </a:solidFill>
                <a:latin typeface="맑은 고딕"/>
              </a:rPr>
              <a:t>검색왕의 시대에서 질문왕의 시대로</a:t>
            </a:r>
          </a:p>
        </p:txBody>
      </p:sp>
      <p:sp>
        <p:nvSpPr>
          <p:cNvPr id="3" name="Rectangle 2"/>
          <p:cNvSpPr/>
          <p:nvPr/>
        </p:nvSpPr>
        <p:spPr>
          <a:xfrm>
            <a:off x="713232" y="1417320"/>
            <a:ext cx="4892040" cy="4114800"/>
          </a:xfrm>
          <a:prstGeom prst="rect">
            <a:avLst/>
          </a:prstGeom>
          <a:solidFill>
            <a:srgbClr val="F8F8F8"/>
          </a:solidFill>
          <a:ln w="1270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33271" y="3040380"/>
            <a:ext cx="1828799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456432" y="3040380"/>
            <a:ext cx="1828799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4712" y="3204972"/>
            <a:ext cx="16459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u="none">
                <a:solidFill>
                  <a:srgbClr val="000000"/>
                </a:solidFill>
                <a:latin typeface="맑은 고딕"/>
              </a:rPr>
              <a:t>기존 검색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" y="3607308"/>
            <a:ext cx="16459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u="none">
                <a:solidFill>
                  <a:srgbClr val="373737"/>
                </a:solidFill>
                <a:latin typeface="맑은 고딕"/>
              </a:rPr>
              <a:t>여러 결과를 확인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47872" y="3204972"/>
            <a:ext cx="16459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u="none">
                <a:solidFill>
                  <a:srgbClr val="000000"/>
                </a:solidFill>
                <a:latin typeface="맑은 고딕"/>
              </a:rPr>
              <a:t>AI 즉답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47872" y="3607308"/>
            <a:ext cx="16459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u="none">
                <a:solidFill>
                  <a:srgbClr val="373737"/>
                </a:solidFill>
                <a:latin typeface="맑은 고딕"/>
              </a:rPr>
              <a:t>after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30652" y="3387852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u="none">
                <a:solidFill>
                  <a:srgbClr val="373737"/>
                </a:solidFill>
                <a:latin typeface="맑은 고딕"/>
              </a:rPr>
              <a:t>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89320" y="1508760"/>
            <a:ext cx="5303520" cy="3337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50000"/>
              </a:lnSpc>
            </a:p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43991" y="1273759"/>
            <a:ext cx="10752429" cy="2424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400" b="1" u="none">
                <a:solidFill>
                  <a:srgbClr val="181C23"/>
                </a:solidFill>
                <a:latin typeface="맑은 고딕"/>
              </a:rPr>
              <a:t>학교와 지식기관은 무엇을 해야 하나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2414" y="356616"/>
            <a:ext cx="11192256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0" u="none">
                <a:solidFill>
                  <a:srgbClr val="FF0000"/>
                </a:solidFill>
                <a:latin typeface="맑은 고딕"/>
              </a:rPr>
              <a:t>학교는 이제 정답 암기만으로 버티기 어렵다</a:t>
            </a:r>
          </a:p>
        </p:txBody>
      </p:sp>
      <p:sp>
        <p:nvSpPr>
          <p:cNvPr id="3" name="Rectangle 2"/>
          <p:cNvSpPr/>
          <p:nvPr/>
        </p:nvSpPr>
        <p:spPr>
          <a:xfrm>
            <a:off x="713232" y="1417320"/>
            <a:ext cx="4892040" cy="4114800"/>
          </a:xfrm>
          <a:prstGeom prst="rect">
            <a:avLst/>
          </a:prstGeom>
          <a:solidFill>
            <a:srgbClr val="F8F8F8"/>
          </a:solidFill>
          <a:ln w="1270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33271" y="3040380"/>
            <a:ext cx="1828799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456432" y="3040380"/>
            <a:ext cx="1828799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4712" y="3204972"/>
            <a:ext cx="16459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u="none">
                <a:solidFill>
                  <a:srgbClr val="000000"/>
                </a:solidFill>
                <a:latin typeface="맑은 고딕"/>
              </a:rPr>
              <a:t>답 제공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" y="3607308"/>
            <a:ext cx="16459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u="none">
                <a:solidFill>
                  <a:srgbClr val="373737"/>
                </a:solidFill>
                <a:latin typeface="맑은 고딕"/>
              </a:rPr>
              <a:t>역할 변화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47872" y="3204972"/>
            <a:ext cx="16459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u="none">
                <a:solidFill>
                  <a:srgbClr val="000000"/>
                </a:solidFill>
                <a:latin typeface="맑은 고딕"/>
              </a:rPr>
              <a:t>질문 훈련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47872" y="3607308"/>
            <a:ext cx="16459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u="none">
                <a:solidFill>
                  <a:srgbClr val="373737"/>
                </a:solidFill>
                <a:latin typeface="맑은 고딕"/>
              </a:rPr>
              <a:t>after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30652" y="3387852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u="none">
                <a:solidFill>
                  <a:srgbClr val="373737"/>
                </a:solidFill>
                <a:latin typeface="맑은 고딕"/>
              </a:rPr>
              <a:t>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89320" y="1508760"/>
            <a:ext cx="5303520" cy="3337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50000"/>
              </a:lnSpc>
            </a:p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2414" y="356616"/>
            <a:ext cx="11192256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0" u="none">
                <a:solidFill>
                  <a:srgbClr val="FF0000"/>
                </a:solidFill>
                <a:latin typeface="맑은 고딕"/>
              </a:rPr>
              <a:t>박물관은 전시품 옆 설명문 이상의 것이 필요해진다</a:t>
            </a:r>
          </a:p>
        </p:txBody>
      </p:sp>
      <p:sp>
        <p:nvSpPr>
          <p:cNvPr id="3" name="Rectangle 2"/>
          <p:cNvSpPr/>
          <p:nvPr/>
        </p:nvSpPr>
        <p:spPr>
          <a:xfrm>
            <a:off x="713232" y="1417320"/>
            <a:ext cx="4892040" cy="4114800"/>
          </a:xfrm>
          <a:prstGeom prst="rect">
            <a:avLst/>
          </a:prstGeom>
          <a:solidFill>
            <a:srgbClr val="F8F8F8"/>
          </a:solidFill>
          <a:ln w="1270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33271" y="3040380"/>
            <a:ext cx="1828799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456432" y="3040380"/>
            <a:ext cx="1828799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4712" y="3204972"/>
            <a:ext cx="16459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u="none">
                <a:solidFill>
                  <a:srgbClr val="000000"/>
                </a:solidFill>
                <a:latin typeface="맑은 고딕"/>
              </a:rPr>
              <a:t>답 제공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" y="3607308"/>
            <a:ext cx="16459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u="none">
                <a:solidFill>
                  <a:srgbClr val="373737"/>
                </a:solidFill>
                <a:latin typeface="맑은 고딕"/>
              </a:rPr>
              <a:t>역할 변화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47872" y="3204972"/>
            <a:ext cx="16459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u="none">
                <a:solidFill>
                  <a:srgbClr val="000000"/>
                </a:solidFill>
                <a:latin typeface="맑은 고딕"/>
              </a:rPr>
              <a:t>질문 훈련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47872" y="3607308"/>
            <a:ext cx="16459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u="none">
                <a:solidFill>
                  <a:srgbClr val="373737"/>
                </a:solidFill>
                <a:latin typeface="맑은 고딕"/>
              </a:rPr>
              <a:t>after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30652" y="3387852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u="none">
                <a:solidFill>
                  <a:srgbClr val="373737"/>
                </a:solidFill>
                <a:latin typeface="맑은 고딕"/>
              </a:rPr>
              <a:t>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89320" y="1508760"/>
            <a:ext cx="5303520" cy="3337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50000"/>
              </a:lnSpc>
            </a:p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2414" y="356616"/>
            <a:ext cx="11192256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0" u="none">
                <a:solidFill>
                  <a:srgbClr val="FF0000"/>
                </a:solidFill>
                <a:latin typeface="맑은 고딕"/>
              </a:rPr>
              <a:t>천문관은 ‘별 이름’보다 ‘보는 법’을 가르치는 곳</a:t>
            </a:r>
          </a:p>
        </p:txBody>
      </p:sp>
      <p:sp>
        <p:nvSpPr>
          <p:cNvPr id="3" name="Rectangle 2"/>
          <p:cNvSpPr/>
          <p:nvPr/>
        </p:nvSpPr>
        <p:spPr>
          <a:xfrm>
            <a:off x="713232" y="1417320"/>
            <a:ext cx="4892040" cy="4114800"/>
          </a:xfrm>
          <a:prstGeom prst="rect">
            <a:avLst/>
          </a:prstGeom>
          <a:solidFill>
            <a:srgbClr val="F8F8F8"/>
          </a:solidFill>
          <a:ln w="1270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33271" y="3040380"/>
            <a:ext cx="1828799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456432" y="3040380"/>
            <a:ext cx="1828799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4712" y="3204972"/>
            <a:ext cx="16459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u="none">
                <a:solidFill>
                  <a:srgbClr val="000000"/>
                </a:solidFill>
                <a:latin typeface="맑은 고딕"/>
              </a:rPr>
              <a:t>답 제공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" y="3607308"/>
            <a:ext cx="16459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u="none">
                <a:solidFill>
                  <a:srgbClr val="373737"/>
                </a:solidFill>
                <a:latin typeface="맑은 고딕"/>
              </a:rPr>
              <a:t>역할 변화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47872" y="3204972"/>
            <a:ext cx="16459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u="none">
                <a:solidFill>
                  <a:srgbClr val="000000"/>
                </a:solidFill>
                <a:latin typeface="맑은 고딕"/>
              </a:rPr>
              <a:t>질문 훈련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47872" y="3607308"/>
            <a:ext cx="16459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u="none">
                <a:solidFill>
                  <a:srgbClr val="373737"/>
                </a:solidFill>
                <a:latin typeface="맑은 고딕"/>
              </a:rPr>
              <a:t>after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30652" y="3387852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u="none">
                <a:solidFill>
                  <a:srgbClr val="373737"/>
                </a:solidFill>
                <a:latin typeface="맑은 고딕"/>
              </a:rPr>
              <a:t>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89320" y="1508760"/>
            <a:ext cx="5303520" cy="3337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50000"/>
              </a:lnSpc>
            </a:p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2414" y="356616"/>
            <a:ext cx="11192256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0" u="none">
                <a:solidFill>
                  <a:srgbClr val="FF0000"/>
                </a:solidFill>
                <a:latin typeface="맑은 고딕"/>
              </a:rPr>
              <a:t>이 부분은 아직 숫자가 필요하다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14300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u="sng">
                <a:solidFill>
                  <a:srgbClr val="000000"/>
                </a:solidFill>
                <a:latin typeface="맑은 고딕"/>
              </a:rPr>
              <a:t>이 부분은 아직 숫자가 필요하다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828800"/>
            <a:ext cx="10378440" cy="3840480"/>
          </a:xfrm>
          <a:prstGeom prst="rect">
            <a:avLst/>
          </a:prstGeom>
          <a:solidFill>
            <a:srgbClr val="FFFFFF"/>
          </a:solidFill>
          <a:ln w="15240">
            <a:solidFill>
              <a:srgbClr val="D2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572768" y="2304288"/>
            <a:ext cx="16459" cy="2907792"/>
          </a:xfrm>
          <a:prstGeom prst="rect">
            <a:avLst/>
          </a:prstGeom>
          <a:solidFill>
            <a:srgbClr val="D2D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572768" y="5138928"/>
            <a:ext cx="9235440" cy="16459"/>
          </a:xfrm>
          <a:prstGeom prst="rect">
            <a:avLst/>
          </a:prstGeom>
          <a:solidFill>
            <a:srgbClr val="D2D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901952" y="3483864"/>
            <a:ext cx="658368" cy="1655064"/>
          </a:xfrm>
          <a:prstGeom prst="rect">
            <a:avLst/>
          </a:prstGeom>
          <a:solidFill>
            <a:srgbClr val="48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45920" y="3172968"/>
            <a:ext cx="11704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u="none">
                <a:solidFill>
                  <a:srgbClr val="373737"/>
                </a:solidFill>
                <a:latin typeface="맑은 고딕"/>
              </a:rPr>
              <a:t>데이터 후보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9344" y="5212080"/>
            <a:ext cx="124358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u="none">
                <a:solidFill>
                  <a:srgbClr val="373737"/>
                </a:solidFill>
                <a:latin typeface="맑은 고딕"/>
              </a:rPr>
              <a:t>데이터</a:t>
            </a:r>
          </a:p>
        </p:txBody>
      </p:sp>
      <p:sp>
        <p:nvSpPr>
          <p:cNvPr id="10" name="Rectangle 9"/>
          <p:cNvSpPr/>
          <p:nvPr/>
        </p:nvSpPr>
        <p:spPr>
          <a:xfrm>
            <a:off x="4812792" y="3776472"/>
            <a:ext cx="658368" cy="1362456"/>
          </a:xfrm>
          <a:prstGeom prst="rect">
            <a:avLst/>
          </a:prstGeom>
          <a:solidFill>
            <a:srgbClr val="48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56760" y="3465576"/>
            <a:ext cx="11704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u="none">
                <a:solidFill>
                  <a:srgbClr val="373737"/>
                </a:solidFill>
                <a:latin typeface="맑은 고딕"/>
              </a:rPr>
              <a:t>비교값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0184" y="5212080"/>
            <a:ext cx="124358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u="none">
                <a:solidFill>
                  <a:srgbClr val="373737"/>
                </a:solidFill>
                <a:latin typeface="맑은 고딕"/>
              </a:rPr>
              <a:t>비교값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23631" y="4069080"/>
            <a:ext cx="658368" cy="1069848"/>
          </a:xfrm>
          <a:prstGeom prst="rect">
            <a:avLst/>
          </a:prstGeom>
          <a:solidFill>
            <a:srgbClr val="48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67599" y="3758184"/>
            <a:ext cx="11704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u="none">
                <a:solidFill>
                  <a:srgbClr val="373737"/>
                </a:solidFill>
                <a:latin typeface="맑은 고딕"/>
              </a:rPr>
              <a:t>확인 필요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31023" y="5212080"/>
            <a:ext cx="124358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u="none">
                <a:solidFill>
                  <a:srgbClr val="373737"/>
                </a:solidFill>
                <a:latin typeface="맑은 고딕"/>
              </a:rPr>
              <a:t>확인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0" y="5806440"/>
            <a:ext cx="5257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" b="0" u="sng">
                <a:solidFill>
                  <a:srgbClr val="000000"/>
                </a:solidFill>
                <a:latin typeface="맑은 고딕"/>
              </a:rPr>
              <a:t>(출처: OECD)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2414" y="356616"/>
            <a:ext cx="11192256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0" u="none">
                <a:solidFill>
                  <a:srgbClr val="FF0000"/>
                </a:solidFill>
                <a:latin typeface="맑은 고딕"/>
              </a:rPr>
              <a:t>한국에서도 곧 같은 질문이 온다</a:t>
            </a:r>
          </a:p>
        </p:txBody>
      </p:sp>
      <p:sp>
        <p:nvSpPr>
          <p:cNvPr id="3" name="Rectangle 2"/>
          <p:cNvSpPr/>
          <p:nvPr/>
        </p:nvSpPr>
        <p:spPr>
          <a:xfrm>
            <a:off x="713232" y="1417320"/>
            <a:ext cx="4892040" cy="4114800"/>
          </a:xfrm>
          <a:prstGeom prst="rect">
            <a:avLst/>
          </a:prstGeom>
          <a:solidFill>
            <a:srgbClr val="F8F8F8"/>
          </a:solidFill>
          <a:ln w="1270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33271" y="3040380"/>
            <a:ext cx="1828799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456432" y="3040380"/>
            <a:ext cx="1828799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4712" y="3204972"/>
            <a:ext cx="16459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u="none">
                <a:solidFill>
                  <a:srgbClr val="000000"/>
                </a:solidFill>
                <a:latin typeface="맑은 고딕"/>
              </a:rPr>
              <a:t>질문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" y="3607308"/>
            <a:ext cx="16459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u="none">
                <a:solidFill>
                  <a:srgbClr val="373737"/>
                </a:solidFill>
                <a:latin typeface="맑은 고딕"/>
              </a:rPr>
              <a:t>출처 확인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47872" y="3204972"/>
            <a:ext cx="16459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u="none">
                <a:solidFill>
                  <a:srgbClr val="000000"/>
                </a:solidFill>
                <a:latin typeface="맑은 고딕"/>
              </a:rPr>
              <a:t>검증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47872" y="3607308"/>
            <a:ext cx="16459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u="none">
                <a:solidFill>
                  <a:srgbClr val="373737"/>
                </a:solidFill>
                <a:latin typeface="맑은 고딕"/>
              </a:rPr>
              <a:t>after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30652" y="3387852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u="none">
                <a:solidFill>
                  <a:srgbClr val="373737"/>
                </a:solidFill>
                <a:latin typeface="맑은 고딕"/>
              </a:rPr>
              <a:t>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89320" y="1508760"/>
            <a:ext cx="5303520" cy="3337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50000"/>
              </a:lnSpc>
            </a:p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2414" y="356616"/>
            <a:ext cx="11192256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0" u="none">
                <a:solidFill>
                  <a:srgbClr val="FF0000"/>
                </a:solidFill>
                <a:latin typeface="맑은 고딕"/>
              </a:rPr>
              <a:t>지식기관의 경쟁자는 AI가 아니라 ‘무심코 넘어가는 습관’일지도</a:t>
            </a:r>
          </a:p>
        </p:txBody>
      </p:sp>
      <p:sp>
        <p:nvSpPr>
          <p:cNvPr id="3" name="Rectangle 2"/>
          <p:cNvSpPr/>
          <p:nvPr/>
        </p:nvSpPr>
        <p:spPr>
          <a:xfrm>
            <a:off x="713232" y="1417320"/>
            <a:ext cx="4892040" cy="4114800"/>
          </a:xfrm>
          <a:prstGeom prst="rect">
            <a:avLst/>
          </a:prstGeom>
          <a:solidFill>
            <a:srgbClr val="F8F8F8"/>
          </a:solidFill>
          <a:ln w="1270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33271" y="3040380"/>
            <a:ext cx="1828799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456432" y="3040380"/>
            <a:ext cx="1828799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4712" y="3204972"/>
            <a:ext cx="16459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u="none">
                <a:solidFill>
                  <a:srgbClr val="000000"/>
                </a:solidFill>
                <a:latin typeface="맑은 고딕"/>
              </a:rPr>
              <a:t>답 제공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" y="3607308"/>
            <a:ext cx="16459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u="none">
                <a:solidFill>
                  <a:srgbClr val="373737"/>
                </a:solidFill>
                <a:latin typeface="맑은 고딕"/>
              </a:rPr>
              <a:t>역할 변화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47872" y="3204972"/>
            <a:ext cx="16459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u="none">
                <a:solidFill>
                  <a:srgbClr val="000000"/>
                </a:solidFill>
                <a:latin typeface="맑은 고딕"/>
              </a:rPr>
              <a:t>질문 훈련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47872" y="3607308"/>
            <a:ext cx="16459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u="none">
                <a:solidFill>
                  <a:srgbClr val="373737"/>
                </a:solidFill>
                <a:latin typeface="맑은 고딕"/>
              </a:rPr>
              <a:t>after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30652" y="3387852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u="none">
                <a:solidFill>
                  <a:srgbClr val="373737"/>
                </a:solidFill>
                <a:latin typeface="맑은 고딕"/>
              </a:rPr>
              <a:t>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89320" y="1508760"/>
            <a:ext cx="5303520" cy="3337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50000"/>
              </a:lnSpc>
            </a:p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43991" y="1273759"/>
            <a:ext cx="10752429" cy="2424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400" b="1" u="none">
                <a:solidFill>
                  <a:srgbClr val="181C23"/>
                </a:solidFill>
                <a:latin typeface="맑은 고딕"/>
              </a:rPr>
              <a:t>AI를 금지할 것인가, 다루는 법을 가르칠 것인가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2414" y="356616"/>
            <a:ext cx="11192256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0" u="none">
                <a:solidFill>
                  <a:srgbClr val="FF0000"/>
                </a:solidFill>
                <a:latin typeface="맑은 고딕"/>
              </a:rPr>
              <a:t>AI를 안 쓰게 하는 건 점점 어려워진다</a:t>
            </a:r>
          </a:p>
        </p:txBody>
      </p:sp>
      <p:sp>
        <p:nvSpPr>
          <p:cNvPr id="3" name="Rectangle 2"/>
          <p:cNvSpPr/>
          <p:nvPr/>
        </p:nvSpPr>
        <p:spPr>
          <a:xfrm>
            <a:off x="713232" y="1417320"/>
            <a:ext cx="4892040" cy="4114800"/>
          </a:xfrm>
          <a:prstGeom prst="rect">
            <a:avLst/>
          </a:prstGeom>
          <a:solidFill>
            <a:srgbClr val="F8F8F8"/>
          </a:solidFill>
          <a:ln w="1270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33271" y="3040380"/>
            <a:ext cx="1828799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456432" y="3040380"/>
            <a:ext cx="1828799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4712" y="3204972"/>
            <a:ext cx="16459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u="none">
                <a:solidFill>
                  <a:srgbClr val="000000"/>
                </a:solidFill>
                <a:latin typeface="맑은 고딕"/>
              </a:rPr>
              <a:t>질문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" y="3607308"/>
            <a:ext cx="16459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u="none">
                <a:solidFill>
                  <a:srgbClr val="373737"/>
                </a:solidFill>
                <a:latin typeface="맑은 고딕"/>
              </a:rPr>
              <a:t>출처 확인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47872" y="3204972"/>
            <a:ext cx="16459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u="none">
                <a:solidFill>
                  <a:srgbClr val="000000"/>
                </a:solidFill>
                <a:latin typeface="맑은 고딕"/>
              </a:rPr>
              <a:t>검증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47872" y="3607308"/>
            <a:ext cx="16459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u="none">
                <a:solidFill>
                  <a:srgbClr val="373737"/>
                </a:solidFill>
                <a:latin typeface="맑은 고딕"/>
              </a:rPr>
              <a:t>after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30652" y="3387852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u="none">
                <a:solidFill>
                  <a:srgbClr val="373737"/>
                </a:solidFill>
                <a:latin typeface="맑은 고딕"/>
              </a:rPr>
              <a:t>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89320" y="1508760"/>
            <a:ext cx="5303520" cy="3337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50000"/>
              </a:lnSpc>
            </a:p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2414" y="356616"/>
            <a:ext cx="11192256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0" u="none">
                <a:solidFill>
                  <a:srgbClr val="FF0000"/>
                </a:solidFill>
                <a:latin typeface="맑은 고딕"/>
              </a:rPr>
              <a:t>그래서 가르쳐야 할 것은 ‘AI 정답’이 아니라 ‘AI 검산’</a:t>
            </a:r>
          </a:p>
        </p:txBody>
      </p:sp>
      <p:sp>
        <p:nvSpPr>
          <p:cNvPr id="3" name="Rectangle 2"/>
          <p:cNvSpPr/>
          <p:nvPr/>
        </p:nvSpPr>
        <p:spPr>
          <a:xfrm>
            <a:off x="713232" y="1417320"/>
            <a:ext cx="4892040" cy="4114800"/>
          </a:xfrm>
          <a:prstGeom prst="rect">
            <a:avLst/>
          </a:prstGeom>
          <a:solidFill>
            <a:srgbClr val="F8F8F8"/>
          </a:solidFill>
          <a:ln w="1270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33271" y="3040380"/>
            <a:ext cx="1828799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456432" y="3040380"/>
            <a:ext cx="1828799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4712" y="3204972"/>
            <a:ext cx="16459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u="none">
                <a:solidFill>
                  <a:srgbClr val="000000"/>
                </a:solidFill>
                <a:latin typeface="맑은 고딕"/>
              </a:rPr>
              <a:t>질문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" y="3607308"/>
            <a:ext cx="16459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u="none">
                <a:solidFill>
                  <a:srgbClr val="373737"/>
                </a:solidFill>
                <a:latin typeface="맑은 고딕"/>
              </a:rPr>
              <a:t>출처 확인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47872" y="3204972"/>
            <a:ext cx="16459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u="none">
                <a:solidFill>
                  <a:srgbClr val="000000"/>
                </a:solidFill>
                <a:latin typeface="맑은 고딕"/>
              </a:rPr>
              <a:t>검증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47872" y="3607308"/>
            <a:ext cx="16459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u="none">
                <a:solidFill>
                  <a:srgbClr val="373737"/>
                </a:solidFill>
                <a:latin typeface="맑은 고딕"/>
              </a:rPr>
              <a:t>after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30652" y="3387852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u="none">
                <a:solidFill>
                  <a:srgbClr val="373737"/>
                </a:solidFill>
                <a:latin typeface="맑은 고딕"/>
              </a:rPr>
              <a:t>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89320" y="1508760"/>
            <a:ext cx="5303520" cy="3337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50000"/>
              </a:lnSpc>
            </a:p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2414" y="356616"/>
            <a:ext cx="11192256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0" u="none">
                <a:solidFill>
                  <a:srgbClr val="FF0000"/>
                </a:solidFill>
                <a:latin typeface="맑은 고딕"/>
              </a:rPr>
              <a:t>천문학이 좋은 비유인 이유</a:t>
            </a:r>
          </a:p>
        </p:txBody>
      </p:sp>
      <p:sp>
        <p:nvSpPr>
          <p:cNvPr id="3" name="Rectangle 2"/>
          <p:cNvSpPr/>
          <p:nvPr/>
        </p:nvSpPr>
        <p:spPr>
          <a:xfrm>
            <a:off x="713232" y="1417320"/>
            <a:ext cx="4892040" cy="4114800"/>
          </a:xfrm>
          <a:prstGeom prst="rect">
            <a:avLst/>
          </a:prstGeom>
          <a:solidFill>
            <a:srgbClr val="F8F8F8"/>
          </a:solidFill>
          <a:ln w="1270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33271" y="3040380"/>
            <a:ext cx="1828799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456432" y="3040380"/>
            <a:ext cx="1828799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4712" y="3204972"/>
            <a:ext cx="16459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u="none">
                <a:solidFill>
                  <a:srgbClr val="000000"/>
                </a:solidFill>
                <a:latin typeface="맑은 고딕"/>
              </a:rPr>
              <a:t>질문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" y="3607308"/>
            <a:ext cx="16459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u="none">
                <a:solidFill>
                  <a:srgbClr val="373737"/>
                </a:solidFill>
                <a:latin typeface="맑은 고딕"/>
              </a:rPr>
              <a:t>출처 확인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47872" y="3204972"/>
            <a:ext cx="16459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u="none">
                <a:solidFill>
                  <a:srgbClr val="000000"/>
                </a:solidFill>
                <a:latin typeface="맑은 고딕"/>
              </a:rPr>
              <a:t>검증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47872" y="3607308"/>
            <a:ext cx="16459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u="none">
                <a:solidFill>
                  <a:srgbClr val="373737"/>
                </a:solidFill>
                <a:latin typeface="맑은 고딕"/>
              </a:rPr>
              <a:t>after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30652" y="3387852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u="none">
                <a:solidFill>
                  <a:srgbClr val="373737"/>
                </a:solidFill>
                <a:latin typeface="맑은 고딕"/>
              </a:rPr>
              <a:t>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89320" y="1508760"/>
            <a:ext cx="5303520" cy="3337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50000"/>
              </a:lnSpc>
            </a:p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1508760"/>
            <a:ext cx="4800600" cy="3794760"/>
          </a:xfrm>
          <a:prstGeom prst="rect">
            <a:avLst/>
          </a:prstGeom>
          <a:solidFill>
            <a:srgbClr val="F5F5F5"/>
          </a:solidFill>
          <a:ln w="1270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100" b="1">
                <a:solidFill>
                  <a:srgbClr val="000000"/>
                </a:solidFill>
                <a:latin typeface="맑은 고딕"/>
              </a:rPr>
              <a:t>BBC</a:t>
            </a:r>
          </a:p>
          <a:p>
            <a:pPr algn="ctr">
              <a:spcBef>
                <a:spcPts val="400"/>
              </a:spcBef>
            </a:pPr>
            <a:r>
              <a:rPr sz="1400" b="0">
                <a:solidFill>
                  <a:srgbClr val="373737"/>
                </a:solidFill>
                <a:latin typeface="맑은 고딕"/>
              </a:rPr>
              <a:t>Source URL carried from Anny storyline.</a:t>
            </a:r>
          </a:p>
        </p:txBody>
      </p:sp>
      <p:sp>
        <p:nvSpPr>
          <p:cNvPr id="3" name="Rectangle 2"/>
          <p:cNvSpPr/>
          <p:nvPr/>
        </p:nvSpPr>
        <p:spPr>
          <a:xfrm>
            <a:off x="5806440" y="731520"/>
            <a:ext cx="6126479" cy="6446520"/>
          </a:xfrm>
          <a:prstGeom prst="rect">
            <a:avLst/>
          </a:prstGeom>
          <a:solidFill>
            <a:srgbClr val="FFFFFF"/>
          </a:solidFill>
          <a:ln w="15240">
            <a:solidFill>
              <a:srgbClr val="D2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72414" y="356616"/>
            <a:ext cx="11192256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0" u="none">
                <a:solidFill>
                  <a:srgbClr val="FF0000"/>
                </a:solidFill>
                <a:latin typeface="맑은 고딕"/>
              </a:rPr>
              <a:t>방송 전 꼭 채워야 할 자료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06440" y="1965960"/>
            <a:ext cx="5577840" cy="2468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50000"/>
              </a:lnSpc>
            </a:p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2414" y="356616"/>
            <a:ext cx="11192256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0" u="none">
                <a:solidFill>
                  <a:srgbClr val="FF0000"/>
                </a:solidFill>
                <a:latin typeface="맑은 고딕"/>
              </a:rPr>
              <a:t>AI 시대의 공부는 정답을 맞히는 일이 아니라</a:t>
            </a:r>
          </a:p>
        </p:txBody>
      </p:sp>
      <p:sp>
        <p:nvSpPr>
          <p:cNvPr id="3" name="Rectangle 2"/>
          <p:cNvSpPr/>
          <p:nvPr/>
        </p:nvSpPr>
        <p:spPr>
          <a:xfrm>
            <a:off x="713232" y="1417320"/>
            <a:ext cx="4892040" cy="4114800"/>
          </a:xfrm>
          <a:prstGeom prst="rect">
            <a:avLst/>
          </a:prstGeom>
          <a:solidFill>
            <a:srgbClr val="F8F8F8"/>
          </a:solidFill>
          <a:ln w="1270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33271" y="3040380"/>
            <a:ext cx="1828799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456432" y="3040380"/>
            <a:ext cx="1828799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4712" y="3204972"/>
            <a:ext cx="16459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u="none">
                <a:solidFill>
                  <a:srgbClr val="000000"/>
                </a:solidFill>
                <a:latin typeface="맑은 고딕"/>
              </a:rPr>
              <a:t>질문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" y="3607308"/>
            <a:ext cx="16459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u="none">
                <a:solidFill>
                  <a:srgbClr val="373737"/>
                </a:solidFill>
                <a:latin typeface="맑은 고딕"/>
              </a:rPr>
              <a:t>출처 확인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47872" y="3204972"/>
            <a:ext cx="16459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u="none">
                <a:solidFill>
                  <a:srgbClr val="000000"/>
                </a:solidFill>
                <a:latin typeface="맑은 고딕"/>
              </a:rPr>
              <a:t>검증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47872" y="3607308"/>
            <a:ext cx="16459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u="none">
                <a:solidFill>
                  <a:srgbClr val="373737"/>
                </a:solidFill>
                <a:latin typeface="맑은 고딕"/>
              </a:rPr>
              <a:t>after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30652" y="3387852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u="none">
                <a:solidFill>
                  <a:srgbClr val="373737"/>
                </a:solidFill>
                <a:latin typeface="맑은 고딕"/>
              </a:rPr>
              <a:t>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89320" y="1508760"/>
            <a:ext cx="5303520" cy="3337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50000"/>
              </a:lnSpc>
            </a:p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2414" y="356616"/>
            <a:ext cx="11192256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0" u="none">
                <a:solidFill>
                  <a:srgbClr val="FF0000"/>
                </a:solidFill>
                <a:latin typeface="맑은 고딕"/>
              </a:rPr>
              <a:t>AI가 답을 해주면, 사람은 질문을 해야 한다</a:t>
            </a:r>
          </a:p>
        </p:txBody>
      </p:sp>
      <p:sp>
        <p:nvSpPr>
          <p:cNvPr id="3" name="Rectangle 2"/>
          <p:cNvSpPr/>
          <p:nvPr/>
        </p:nvSpPr>
        <p:spPr>
          <a:xfrm>
            <a:off x="713232" y="1417320"/>
            <a:ext cx="4892040" cy="4114800"/>
          </a:xfrm>
          <a:prstGeom prst="rect">
            <a:avLst/>
          </a:prstGeom>
          <a:solidFill>
            <a:srgbClr val="F8F8F8"/>
          </a:solidFill>
          <a:ln w="1270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33271" y="3040380"/>
            <a:ext cx="1828799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456432" y="3040380"/>
            <a:ext cx="1828799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4712" y="3204972"/>
            <a:ext cx="16459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u="none">
                <a:solidFill>
                  <a:srgbClr val="000000"/>
                </a:solidFill>
                <a:latin typeface="맑은 고딕"/>
              </a:rPr>
              <a:t>질문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" y="3607308"/>
            <a:ext cx="16459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u="none">
                <a:solidFill>
                  <a:srgbClr val="373737"/>
                </a:solidFill>
                <a:latin typeface="맑은 고딕"/>
              </a:rPr>
              <a:t>출처 확인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47872" y="3204972"/>
            <a:ext cx="16459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u="none">
                <a:solidFill>
                  <a:srgbClr val="000000"/>
                </a:solidFill>
                <a:latin typeface="맑은 고딕"/>
              </a:rPr>
              <a:t>검증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47872" y="3607308"/>
            <a:ext cx="16459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u="none">
                <a:solidFill>
                  <a:srgbClr val="373737"/>
                </a:solidFill>
                <a:latin typeface="맑은 고딕"/>
              </a:rPr>
              <a:t>after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30652" y="3387852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u="none">
                <a:solidFill>
                  <a:srgbClr val="373737"/>
                </a:solidFill>
                <a:latin typeface="맑은 고딕"/>
              </a:rPr>
              <a:t>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89320" y="1508760"/>
            <a:ext cx="5303520" cy="3337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50000"/>
              </a:lnSpc>
            </a:p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