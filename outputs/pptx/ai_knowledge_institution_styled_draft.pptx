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시간이 줄어든다",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 지식의 역할이라는 맥락에서 소개한다",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"AI 즉답은 그 과정을 도와줄 수도, 일부 건너뛰게 만들 수도 있다",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마주한다",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있었다",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이어준다",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 사고를 만든다",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 배움의 가치라는 맥락에 둔다",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확인했나를 더 물어야 할 수 있다",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있다",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있다",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등장한다",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어렵다",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찾는다",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법",</a:t>
            </a:r>
          </a:p>
          <a:p>
            <a:r>
              <a:t>  "AI 답변의 빈틈을 찾는 법",</a:t>
            </a:r>
          </a:p>
          <a:p>
            <a:r>
              <a:t>  "다른 자료와 비교하는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않는다",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맥락",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38912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44752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181C23"/>
                </a:solidFill>
                <a:latin typeface="맑은 고딕"/>
              </a:rPr>
              <a:t>AI가 답을 주면, 사람은 무엇을 덜 하게 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181C23"/>
                </a:solidFill>
                <a:latin typeface="맑은 고딕"/>
              </a:rPr>
              <a:t>답을 알려주는 곳에서, 질문을 훈련하는 곳으로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교육 효과는 아직 단정하지 않고, 수업 설계의 과제로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0292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234440"/>
            <a:ext cx="10378440" cy="4434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828800"/>
            <a:ext cx="96926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1800" b="1" u="none">
                <a:solidFill>
                  <a:srgbClr val="373737"/>
                </a:solidFill>
                <a:latin typeface="맑은 고딕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www.oecd.org; speaker notes 참조)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181C23"/>
                </a:solidFill>
                <a:latin typeface="맑은 고딕"/>
              </a:rPr>
              <a:t>마지막 질문은 찬반이 아니라 교육의 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다른 자료와 비교하는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접근성/개인화라는 counterpoint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u="none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u="none">
                <a:solidFill>
                  <a:srgbClr val="56607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