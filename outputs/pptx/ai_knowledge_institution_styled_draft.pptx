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편리함이 곧 배움이라는 뜻은 아니므로, 정보 탐색 과정의 변화로 조심스럽게 다룬다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1874519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여기서는 사실 증명보다 방송용 문제 제기: 도구가 답을 줄 때 사람의 관찰은 어디에 남는가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따라서 핵심은 답 제공 경쟁이 아니라 질문·검증·맥락을 가르치는 역할 변화다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Microsoft Research 자료는 generative AI가 정보 탐색 다양성에 어떤 영향을 줄 수 있는지 문제를 제기한다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41732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중요: 이것이 곧 학습 저하라는 단정은 아니며, 설계와 교육 원칙에 따라 달라질 수 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주장은 연구·프레임워크에 기대되, 인지 효과를 확정적으로 말하지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1874519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교육 효과는 아직 단정하지 않고, 수업 설계의 과제로 남긴다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국립과학관 AI 전시 사례는 기술을 체험형 맥락으로 보여주는 보조 사례로만 사용한다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천문관 비유는 정보 전달보다 보는 법과 질문하는 법을 강조하기 위한 방송용 구조다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423160"/>
            <a:ext cx="9692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정량 수치가 필요한 문장은 여전히 fact check 대상으로 남긴다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www.oecd.org; speaker notes 참조)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핵심 질문은 한국도 결국 AI를 금지할지보다 어떻게 다룰지라는 쪽으로 옮겨갈 수 있다는 점이다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보고, 의심하고, 질문하고, 다시 확인하는 습관이 지식기관의 교육 목표가 될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41732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문제는 사용 여부가 아니라, 어떤 질문을 던지고 어떤 답을 의심할지에 가깝다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다른 자료와 비교하는 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AI도 답을 대신 주는 도구로만 쓰기보다, 더 좋은 질문을 돕는 도구가 될 수 있는지 묻는다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