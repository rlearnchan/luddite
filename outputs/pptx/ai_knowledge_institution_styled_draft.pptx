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나오고",</a:t>
            </a:r>
          </a:p>
          <a:p>
            <a:r>
              <a:t>  "AI는 접근성과 개인화 가능성도 넓힐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메시지는 AI 금지가 아니라",</a:t>
            </a:r>
          </a:p>
          <a:p>
            <a:r>
              <a:t>  "단일 기관 사례이므로 모든 지식기관의 공식 입장처럼 일반화하지…"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"학교",</a:t>
            </a:r>
          </a:p>
          <a:p>
            <a:r>
              <a:t>  "따라서 핵심은 답 제공 경쟁이 아니라 질문·검증·맥락을 가르치는…"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과정은 느리지만 정보 탐색의 다양성과 판단 훈련을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세워보고",</a:t>
            </a:r>
          </a:p>
          <a:p>
            <a:r>
              <a:t>  "AI 역량 교육은 답을 받는 법보다 질문하고 평가하고 책임 있게…"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"이를 AI 반대가 아니라 질문과 검증의 필요성을 상기시키는 장면…",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정책·기관…",</a:t>
            </a:r>
          </a:p>
          <a:p>
            <a:r>
              <a:t>  "핵심 질문은 한국도 결국 AI를 금지할지보다 어떻게 다룰지라는…"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물으면 바로 답이 나오고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접근성과 개인화 가능성도 넓힐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Research — generative AI and information…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Royal Observat…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메시지는 AI 금지가 아니라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기관 사례이므로 모든 지식기관의 공식 입장처럼 일반화하지…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즉답은 그 과정을 도와줄 수도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Microsoft Rese…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학교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따라서 핵심은 답 제공 경쟁이 아니라 질문·검증·맥락을 가르치는…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과정은 느리지만 정보 탐색의 다양성과 판단 훈련을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Research — information diversity in onlin…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걱정되는 점: 비교·검증·실패의 경험이 줄어들 가능성이 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역량 교육은 답을 받는 법보다 질문하고 평가하고 책임 있게…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Research, UNESCO AI Competency Framework.…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단일 기사 기반이므로 발언…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이를 AI 반대가 아니라 질문과 검증의 필요성을 상기시키는 장면…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Digital Education Outlook, UNESCO AI Comp…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박물관·과학관은 맥락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 Competency Framework. National Science…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Royal Observatory article. science museum…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라벨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OECD; speaker notes 참조)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한국에서도 AI 디지털교과서와 AI 체험 전시가 이미 정책·기관…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핵심 질문은 한국도 결국 AI를 금지할지보다 어떻게 다룰지라는…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Research의 정보탐색 다양성 문제의식과 연결. 결론 후보로만 사용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사람에게 남겨야 할 것은 답이 아니라 과정일 수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반대로 AI는 학습 접근성과 개인화 가능성을 높일 수 있다는 주…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답변의 빈틈을 찾는 법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다른 자료와 비교하는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70C0"/>
                </a:solidFill>
                <a:latin typeface="맑은 고딕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 Competency Framework, Microsoft Resear…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27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u="none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망원경은 하늘을 대신 봐주지 않는다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더 멀리 보게 해줄 뿐, 어디를 볼지는 사람이 정한다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정보탐색·교육 관련 보조 연구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접근성/개인화라는 counterpoint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