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접근성과 개인화 가능성도 넓힐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AI가 답을 바로 주는 건 정말 편리하다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www.bbc.com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기관 사례이므로 모든 지식기관의 공식 입장처럼 일반화하지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즉답은 그 과정을 도와줄 수도, 일부 건너뛰게 만들 수도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천문대가 왜 이런 말을 했을까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UNESCO와 OECD 자료는 AI 교육을 단순 도구 사용이 아니라 역량·원칙의 문제로 다룬다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과정은 느리지만 정보 탐색의 다양성과 판단 훈련을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예전 검색은 귀찮았지만 흔적이 남았다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걱정되는 점: 비교·검증·실패의 경험이 줄어들 가능성이 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역량 교육은 답을 받는 법보다 질문하고 평가하고 책임 있게 쓰는 법으로 확장될 필요가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생각은 결과가 아니라 중간 과정에 숨어 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www.bbc.com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OECD와 UNESCO 자료는 AI 교육을 교수 원칙과 학생 역량의 문제로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학교는 이제 정답 암기만으로 버티기 어렵다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박물관·과학관은 맥락, 경험, 질문, 토론을 더 강조해야 할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밤하늘을 관찰하고, 위치를 추정하고, 계절과 시간을 연결하는 경험은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이번 enriched dry r…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이번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821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217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정량 수치가 필요한 문장은 여전…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560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www.oecd.org; speaker notes 참조)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한국 사례는 메인 논지의 증명이 아니라 후반 보조 연결로 사용한다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사람에게 남겨야 할 것은 답이 아니라 과정일 수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반대로 AI는 학습 접근성과 개인화 가능성을 높일 수 있다는 주장도 있다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답변의 빈틈을 찾는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더 멀리 보게 해줄 뿐, 어디를 볼지는 사람이 정한다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접근성/개인화라는 counterpoint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