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news.einfomax.co.kr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금융위원장이 던진 질문 하나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은행 입장에서는 담보가 제일 편하다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AI가 소프트웨어만의 문제가 아니게 된 순간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정부는 국민성장펀드를 통해 장기…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정부는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821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217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여기서 “장기 위험자본”이라는…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560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여기서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www.korea.kr;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초기 기술, 인력, 데이터, 공정 노하우는 평가하기 어렵다.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정책자금이 늘 좋은 결과를 만든다고 단정할 수는 없다.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www.korea.kr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수익률, 주가, 매수·매도, 유망종목식 표현은 피해야 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0070C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70C0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70C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70C0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0070C0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70C0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400" b="0" u="none">
                <a:solidFill>
                  <a:srgbClr val="0070C0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