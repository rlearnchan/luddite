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0000"/>
                </a:solidFill>
                <a:latin typeface="맑은 고딕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8232" y="3043123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AI·반도체 투자와 장기 위험자본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72414" y="1162202"/>
            <a:ext cx="1119317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3311042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국가는 전략산업을 키우고 싶다.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세 이해관계가 한 지점에서 충돌한다.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국민성장펀드와 정책금융 논쟁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금융권은 어디까지 위험을 나눌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F6F24"/>
                </a:solidFill>
                <a:latin typeface="맑은 고딕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맑은 고딕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맑은 고딕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맑은 고딕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BF6F24"/>
                </a:solidFill>
                <a:latin typeface="맑은 고딕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맑은 고딕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맑은 고딕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