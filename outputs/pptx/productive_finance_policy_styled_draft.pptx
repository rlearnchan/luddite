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이 발언과 정책 숫자가 곧 정책 성공을 뜻하는 것은 아니다.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장기 위험자본 논의는 은행의 본능을 비난하는 문제가 아니라 금융 시스템의 설계 문제에 가깝다.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이 이야기는 “대출을 늘리자”보다 “누가 긴 위험을 나눌 것인가”에 가깝다.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사이의 균형이 정책금융 논쟁의 본론이다.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공식자료가 “인내자본”을 말하는 이유도 이 산업이 긴 회수 기간과 대규모 선투자를 요구하기 때문이다.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423160"/>
            <a:ext cx="9692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www.korea.kr;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41732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위험가중자산과 자본규제가 있는 은행 입장에서는 이런 불확실성이 비용이 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정책금융은 성장의 마중물일 수도, 손실의 통로일 수도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국가는 전략산업을 키우고 싶다.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이름은 성장 이야기지만, 실제 방송에서는 투자자 리스크와 정책 책임을 함께 봐야 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손실을 누가, 어떤 순서로, 어디까지 부담하는지가 핵심 질문이다.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1874519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41732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성장산업 지원과 특정 기업 밀어주기는 구분해서 다뤄야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41732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아무도 위험을 안 지는 문제와, 누군가에게 위험을 떠넘기는 문제를 동시에 봐야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 이야기는 결국 수익보다 위험 배분의 설계로 읽어야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따라서 생산적 금융은 구호가 아니라 자본규제와 위험분담 설계의 문제다.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41732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핵심은 투자 추천이 아니라 위험을 누가 나누느냐는 제도 설계다.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그 질문을 보여주는 한 사례일 뿐, 성공을 단정할 수는 없다.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