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44752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이 발언과 정책 숫자가 곧 정책 성공을 뜻하는 것은 아니다.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34440"/>
            <a:ext cx="10378440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828800"/>
            <a:ext cx="96926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www.korea.kr; speaker notes 참조)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국가는 전략산업을 키우고 싶다.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손실을 누가, 어떤 순서로, 어디까지 부담하는지가 핵심 질문이다.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