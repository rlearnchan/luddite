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"안전한 대출은 쉽지만",</a:t>
            </a:r>
          </a:p>
          <a:p>
            <a:r>
              <a:t>  "긴 위험은 잘 담기 어렵다"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"돈이 필요한 곳은 길고",</a:t>
            </a:r>
          </a:p>
          <a:p>
            <a:r>
              <a:t>  "위험은 누가 나눌 것인가"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누가…",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"돈이 필요한 곳은 길고",</a:t>
            </a:r>
          </a:p>
          <a:p>
            <a:r>
              <a:t>  "위험은 누가 나눌 것인가"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"돈이 필요한 곳은 길고",</a:t>
            </a:r>
          </a:p>
          <a:p>
            <a:r>
              <a:t>  "위험은 누가 나눌 것인가"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규모",</a:t>
            </a:r>
          </a:p>
          <a:p>
            <a:r>
              <a:t>  "정책 효과가 아니라 구조를 설명하는 숫자로만 사용한다."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"돈이 필요한 곳은 길고",</a:t>
            </a:r>
          </a:p>
          <a:p>
            <a:r>
              <a:t>  "위험은 누가 나눌 것인가"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안전한 대출은 쉽지만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긴 위험은 잘 담기 어렵다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News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연합인포맥스 후보 기사 + 금융위원회 공식자료. 발언 원문 맥락은 방송 전…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Basel III 프레임워크 + 국내 인내자본/건전성 규제 논의. 국내 감…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AI·반도체 장기 투자와 1차 메가프로젝트 자료. 세부 투자 규모는 방송…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라벨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정책브리핑;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needs_fact_check=true: claim must be manu…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돈이 필요한 곳은 길고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위험은 누가 나눌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판매 구조와 카드뉴스. 투자 위험 표현은 반드시 보수적으로 유지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정책 mechanism + counterpoint. 손실분담 수치와 구조는…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정책브리핑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검색 /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요약 /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돈이 필요한 곳은 길고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위험은 누가 나눌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Basel III + 국내 인내자본 논의. 국내 감독자료 추가 확인 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담보 / 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장기 / 위험분담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정책 찬반이 아니라 위험분담 설계의 질문으로 닫기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돈이 필요한 곳은 길고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위험은 누가 나눌 것인가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방송 전 숫자 체크리스트: 150조 원 전체 규모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정책 효과가 아니라 구조를 설명하는 숫자로만 사용한다.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돈이 필요한 곳은 길고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위험은 누가 나눌 것인가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