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"금융위원회 공식자료는 국민성장펀드가 5년간 150조 원, 2026년 30조 원 규모로 첨단산업 생태계에 자금을 공급하는 틀이라고 설명한다.",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설비",</a:t>
            </a:r>
          </a:p>
          <a:p>
            <a:r>
              <a:t>  "그래서 이 이야기는 “대출을 늘리자”보다 “누가 긴 위험을 나눌…"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나눠지는…",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"국가는 전략산업을 키우고 싶다.",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생태계를…",</a:t>
            </a:r>
          </a:p>
          <a:p>
            <a:r>
              <a:t>  "국민참여형 펀드는 일반 국민 자금도 일부 모아 자펀드에 투자하는…"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장치는 투자자의 위험을 낮추려는 설계지만",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누가…",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"",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있다",</a:t>
            </a:r>
          </a:p>
          <a:p>
            <a:r>
              <a:t>  "또 은행과 금융회사는 건전성 규제"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수…",</a:t>
            </a:r>
          </a:p>
          <a:p>
            <a:r>
              <a:t>  "그래서 수익률"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규모",</a:t>
            </a:r>
          </a:p>
          <a:p>
            <a:r>
              <a:t>  "정책 효과가 아니라 구조를 설명하는 숫자로만 사용한다."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원문",</a:t>
            </a:r>
          </a:p>
          <a:p>
            <a:r>
              <a:t>  "지금 evidence pack은 enriched dry run에는 충분"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생산적 금융과 정책자금 전환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“담보 및 단기수익 중심 금융 경쟁은 앞서가기 어렵다”는 문제…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News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연합인포맥스 후보 기사 + 금융위원회 공식자료. 발언 원문 맥락은 방송 전…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돈을 빌려줄 때 가장 쉬운 질문은 “담보가 있나?”다.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자본규제와 위험가중자산을 고려해야 하므로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Basel III 프레임워크 + 국내 인내자본/건전성 규제 논의. 국내 감…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그런데 AI 산업은 담보보다 시간이 먼저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AI와 반도체는 소프트웨어 개발비만의 문제가 아니라 설비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이 이야기는 “대출을 늘리자”보다 “누가 긴 위험을 나눌…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금융은 원래 안전해야 하는가, 위험을 져야 하는가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안전하면 성장산업이 돈을 못 받는다.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위험하면 결국 손실을 누가 떠안느냐는 문제가 생긴다.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AI·반도체 투자와 장기 위험자본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모델만으로 돌아가지 않는다.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반도체, 전력망, 데이터센터, 장비, 소재가 함께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AI·반도체 장기 투자와 1차 메가프로젝트 자료. 세부 투자 규모는 방송…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첨단산업 투자는 회수 기간이 길고 실패 가능성도 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483864"/>
            <a:ext cx="658368" cy="1655064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172968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데이터 라벨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1279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676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018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3631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759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확인 필요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102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정책브리핑; speaker notes 참조)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공장, 토지, 건물은 담보로 잡기 쉽다.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그래서 정책금융은 시장이 못 보는 시간을 보겠다는 말일 수 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명분은 민간이 감당하기 어려운 초기 위험을 나눠지는…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정책금융은 성장의 마중물일 수도, 손실의 통로일 수도 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이건 “은행이 더 착해져야 한다”는 얘기가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예금자의 돈을 지켜야 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기업은 긴 투자금을 원한다.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국민성장펀드와 정책금융 논쟁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국민성장펀드는 민관합동 150조 원 규모로 첨단전략산업 생태계를…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펀드는 일반 국민 자금도 일부 모아 자펀드에 투자하는…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needs_fact_check=true: claim must be manu…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장치는 투자자의 위험을 낮추려는 설계지만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손실을 누가, 어떤 순서로, 어디까지 부담하는지가 핵심 질문이다.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판매 구조와 카드뉴스. 투자 위험 표현은 반드시 보수적으로 유지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정책 mechanism + counterpoint. 손실분담 수치와 구조는…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정책브리핑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어려움은 “돈을 넣을 것인가”보다 “손실이 나면 누가…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둘을 같이 봐야 정책금융 논쟁이 단순 찬반으로 흐르지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성장산업 지원과 특정 기업 밀어주기는 구분해서 다뤄야 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반대쪽 질문도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또 은행과 금융회사는 건전성 규제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결국 질문은 성장의 과실보다 위험의 배분이다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성장의 과실을 함께 나누자는 말은 듣기 좋다.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금융권은 어디까지 위험을 나눌 수 있는가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금융권에 성장산업 투자를 요구하면 곧바로 건전성 문제가 따라온다.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위험가중자산이 커지면 자본 부담도 커질 수 있고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Basel III + 국내 인내자본 논의. 국내 감독자료 추가 확인 필요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주제는 곧바로 특정 산업·기업·펀드 투자 판단처럼 보일 수…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수익률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정책 찬반이 아니라 위험분담 설계의 질문으로 닫기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생산적 금융의 질문은 “정부 정책이 맞다/틀리다”가 아니다.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위험을 고르는 능력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0070C0"/>
                </a:solidFill>
                <a:latin typeface="맑은 고딕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방송 전 숫자 체크리스트: 150조 원 전체 규모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정책 효과가 아니라 구조를 설명하는 숫자로만 사용한다.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0070C0"/>
                </a:solidFill>
                <a:latin typeface="맑은 고딕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방송 전 꼭 채워야 할 자료: 금융위/산은 공식 원문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지금 evidence pack은 enriched dry run에는 충분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