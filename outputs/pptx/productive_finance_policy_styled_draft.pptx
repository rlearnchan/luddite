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설명한다.",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없다.",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설명한다.",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생긴다.",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필요하다.",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어렵다.",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없다.",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원한다.",</a:t>
            </a:r>
          </a:p>
          <a:p>
            <a:r>
              <a:t>  "국가는 전략산업을 키우고 싶다."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설계됐다.",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아니다.",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된다.",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움직인다.",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중요해진다.",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있다.",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한다.",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질문이다.",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생산적 금융과 정책자금 전환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“담보 및 단기수익 중심 금융 경쟁은 앞서가기 어렵다”는 문제 제기가 나왔다.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금융위원회 공식자료는 국민성장펀드가 5년간 150조 원, 2026년 30조 원 규모로 첨단산업 생태계에 자금을 공급하는 틀이라고 설명한다.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이 발언과 정책 숫자가 곧 정책 성공을 뜻하는 것은 아니다.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돈을 빌려줄 때 가장 쉬운 질문은 “담보가 있나?”다.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자본규제와 위험가중자산을 고려해야 하므로, 위험한 자산을 무한정 늘릴 수 없다.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장기 위험자본 논의는 은행의 본능을 비난하는 문제가 아니라 금융 시스템의 설계 문제에 가깝다.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그런데 AI 산업은 담보보다 시간이 먼저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정책자료는 국민성장펀드가 AI·반도체 같은 첨단전략산업에 장기 자금을 공급하려는 틀이라고 설명한다.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그래서 이 이야기는 “대출을 늘리자”보다 “누가 긴 위험을 나눌 것인가”에 가깝다.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금융은 원래 안전해야 하는가, 위험을 져야 하는가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너무 안전하면 성장산업이 돈을 못 받는다.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너무 위험하면 결국 손실을 누가 떠안느냐는 문제가 생긴다.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이 사이의 균형이 정책금융 논쟁의 본론이다.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AI·반도체 투자와 장기 위험자본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모델만으로 돌아가지 않는다.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반도체, 전력망, 데이터센터, 장비, 소재가 함께 필요하다.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공식자료가 “인내자본”을 말하는 이유도 이 산업이 긴 회수 기간과 대규모 선투자를 요구하기 때문이다.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첨단산업 투자는 회수 기간이 길고 실패 가능성도 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423160"/>
            <a:ext cx="9692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www.korea.kr; speaker notes 참조)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공장, 토지, 건물은 담보로 잡기 쉽다.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하지만 초기 기술, 인력, 데이터, 공정 노하우는 평가하기 어렵다.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위험가중자산과 자본규제가 있는 은행 입장에서는 이런 불확실성이 비용이 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그래서 정책금융은 시장이 못 보는 시간을 보겠다는 말일 수 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정책금융의 명분은 민간이 감당하기 어려운 초기 위험을 나눠지는 것이다.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하지만 정책자금이 늘 좋은 결과를 만든다고 단정할 수는 없다.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정책금융은 성장의 마중물일 수도, 손실의 통로일 수도 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이건 “은행이 더 착해져야 한다”는 얘기가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은행은 예금자의 돈을 지켜야 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기업은 긴 투자금을 원한다.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국가는 전략산업을 키우고 싶다.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국민성장펀드와 정책금융 논쟁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국민성장펀드는 민관합동 150조 원 규모로 첨단전략산업 생태계를 지원하겠다는 정책 틀이다.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펀드는 일반 국민 자금도 일부 모아 자펀드에 투자하는 구조로 설계됐다.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이름은 성장 이야기지만, 실제 방송에서는 투자자 리스크와 정책 책임을 함께 봐야 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 자료는 재정이 각 자펀드에서 20% 범위의 손실을 우선 부담하는 구조를 설명한다.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장치는 투자자의 위험을 낮추려는 설계지만, 원금 손실 가능성이 사라진다는 뜻은 아니다.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손실을 누가, 어떤 순서로, 어디까지 부담하는지가 핵심 질문이다.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[기사 인용]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www.korea.kr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어려움은 “돈을 넣을 것인가”보다 “손실이 나면 누가 먼저 감당할 것인가”다.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공식자료는 후순위 재정 보강을 설명하지만, 반대 관점은 손실 보전과 관제상품화 논란을 제기한다.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둘을 같이 봐야 정책금융 논쟁이 단순 찬반으로 흐르지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공식자료는 AI, 반도체, 이차전지 등 첨단전략산업을 넓은 지원 대상으로 제시한다.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하지만 방송에서는 이것이 특정 기업 성공 보장이나 특정 상품 추천처럼 들리면 안 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성장산업 지원과 특정 기업 밀어주기는 구분해서 다뤄야 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반대쪽 질문도 있다. 재정이 위험을 먼저 떠안으면 민간은 얼마나 책임 있게 투자할까.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또 은행과 금융회사는 건전성 규제, 위험가중자산, 예금자 보호 논리 안에서 움직인다.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그래서 아무도 위험을 안 지는 문제와, 누군가에게 위험을 떠넘기는 문제를 동시에 봐야 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결국 질문은 성장의 과실보다 위험의 배분이다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성장의 과실을 함께 나누자는 말은 듣기 좋다.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하지만 위험도 함께 나눠야 한다면, 손실이 발생했을 때 재정·운용사·투자자·금융권의 책임선이 중요해진다.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국민성장펀드 이야기는 결국 수익보다 위험 배분의 설계로 읽어야 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금융권은 어디까지 위험을 나눌 수 있는가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금융권에 성장산업 투자를 요구하면 곧바로 건전성 문제가 따라온다.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위험가중자산이 커지면 자본 부담도 커질 수 있고, 예금자 보호 논리와도 충돌할 수 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따라서 생산적 금융은 구호가 아니라 자본규제와 위험분담 설계의 문제다.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이 주제는 곧바로 특정 산업·기업·펀드 투자 판단처럼 보일 수 있다.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그래서 수익률, 주가, 매수·매도, 유망종목식 표현은 피해야 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핵심은 투자 추천이 아니라 위험을 누가 나누느냐는 제도 설계다.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생산적 금융의 질문은 “정부 정책이 맞다/틀리다”가 아니다.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위험을 고르는 능력, 손실을 나누는 규칙, 금융권 건전성을 함께 설계할 수 있느냐는 질문이다.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국민성장펀드는 그 질문을 보여주는 한 사례일 뿐, 성공을 단정할 수는 없다.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BF6F24"/>
                </a:solidFill>
                <a:latin typeface="맑은 고딕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정책 효과가 아니라 구조를 설명하는 숫자로만 사용한다.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추가로 정책금융 실패 사례와 은행 건전성 자료를 더 확인하면 완성도가 올라간다.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BF6F24"/>
                </a:solidFill>
                <a:latin typeface="맑은 고딕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지금 evidence pack은 enriched dry run에는 충분하지만, 방송용 완성본에는 추가 counterpoint가 필요하다.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