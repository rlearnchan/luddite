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"https://news.einfomax.co.kr/news/articleView.html?idxno=4415444",</a:t>
            </a:r>
          </a:p>
          <a:p>
            <a:r>
              <a:t>    "role": "primary_article",</a:t>
            </a:r>
          </a:p>
          <a:p>
            <a:r>
              <a:t>    "use": "이억원 금융위원장 발언과 후보 기사 맥락",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"https://news.einfomax.co.kr/news/articleView.html?idxno=4415444",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"연합인포맥스",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"금융위원장이 던진 질문 하나",</a:t>
            </a:r>
          </a:p>
          <a:p>
            <a:r>
              <a:t>  "chart_source_label": "(출처: 연합인포맥스)",</a:t>
            </a:r>
          </a:p>
          <a:p>
            <a:r>
              <a:t>  "data_hint": "“담보 및 단기수익 중심 금융 경쟁은 앞서가기 어렵다”는 문제 제기가 나왔다.; 금융위원회 공식자료는 국민성장펀드가 5년간 150조 원, 2026년 30조 원 규모로 첨단산업 생태계에 자금을 공급하는 틀이라고 설명한다.; 다만 이 발언과 정책 숫자가 곧 정책 성공을 뜻하는 것은 아니다.",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[overflow_notes]</a:t>
            </a:r>
          </a:p>
          <a:p>
            <a:r>
              <a:t>“담보 및 단기수익 중심 금융 경쟁은 앞서가기 어렵다”는 문제 제기가 나왔다.</a:t>
            </a:r>
          </a:p>
          <a:p>
            <a:r>
              <a:t>금융위원회 공식자료는 국민성장펀드가 5년간 150조 원, 2026년 30조 원 규모로 첨단산업 생태계에 자금을 공급하는 틀이라고 설명한다.</a:t>
            </a:r>
          </a:p>
          <a:p>
            <a:r>
              <a:t>다만 이 발언과 정책 숫자가 곧 정책 성공을 뜻하는 것은 아니다.</a:t>
            </a:r>
          </a:p>
          <a:p>
            <a:r>
              <a:t>[source_ref] primary_article | 이억원 금융위원장 발언과 후보 기사 맥락 | https://news.einfomax.co.kr/news/articleView.html?idxno=4415444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“담보 및 단기수익 중심 금융 경쟁은 앞서가기 어렵다”는 문제 제기가 나왔다.</a:t>
            </a:r>
          </a:p>
          <a:p>
            <a:r>
              <a:t>금융위원회 공식자료는 국민성장펀드가 5년간 150조 원, 2026년 30조 원 규모로 첨단산업 생태계에 자금을 공급하는 틀이라고 설명한다.</a:t>
            </a:r>
          </a:p>
          <a:p>
            <a:r>
              <a:t>다만 이 발언과 정책 숫자가 곧 정책 성공을 뜻하는 것은 아니다.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"https://news.einfomax.co.kr/news/articleView.html?idxno=4415444",</a:t>
            </a:r>
          </a:p>
          <a:p>
            <a:r>
              <a:t>    "role": "primary_article",</a:t>
            </a:r>
          </a:p>
          <a:p>
            <a:r>
              <a:t>    "use": "이억원 금융위원장 발언과 후보 기사 맥락",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"연합인포맥스",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"chart_title": "금융위원장이 던진 질문 하나",</a:t>
            </a:r>
          </a:p>
          <a:p>
            <a:r>
              <a:t>  "chart_source_label": "(출처: 연합인포맥스)",</a:t>
            </a:r>
          </a:p>
          <a:p>
            <a:r>
              <a:t>  "data_hint": "“담보 및 단기수익 중심 금융 경쟁은 앞서가기 어렵다”는 문제 제기가 나왔다.; 금융위원회 공식자료는 국민성장펀드가 5년간 150조 원, 2026년 30조 원 규모로 첨단산업 생태계에 자금을 공급하는 틀이라고 설명한다.; 다만 이 발언과 정책 숫자가 곧 정책 성공을 뜻하는 것은 아니다.",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"은행 자본규제와 위험가중자산 논리 배경",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[overflow_notes]</a:t>
            </a:r>
          </a:p>
          <a:p>
            <a:r>
              <a:t>은행은 자본규제와 위험가중자산을 고려해야 하므로, 위험한 자산을 무한정 늘릴 수 없다.</a:t>
            </a:r>
          </a:p>
          <a:p>
            <a:r>
              <a:t>그래서 장기 위험자본 논의는 은행의 본능을 비난하는 문제가 아니라 금융 시스템의 설계 문제에 가깝다.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은행은 자본규제와 위험가중자산을 고려해야 하므로, 위험한 자산을 무한정 늘릴 수 없다.</a:t>
            </a:r>
          </a:p>
          <a:p>
            <a:r>
              <a:t>그래서 장기 위험자본 논의는 은행의 본능을 비난하는 문제가 아니라 금융 시스템의 설계 문제에 가깝다.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"AI·반도체 집중 투자와 장기 인내자본 필요성 확인",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[overflow_notes]</a:t>
            </a:r>
          </a:p>
          <a:p>
            <a:r>
              <a:t>정책자료는 국민성장펀드가 AI·반도체 같은 첨단전략산업에 장기 자금을 공급하려는 틀이라고 설명한다.</a:t>
            </a:r>
          </a:p>
          <a:p>
            <a:r>
              <a:t>그래서 이 이야기는 “대출을 늘리자”보다 “누가 긴 위험을 나눌 것인가”에 가깝다.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정책자료는 국민성장펀드가 AI·반도체 같은 첨단전략산업에 장기 자금을 공급하려는 틀이라고 설명한다.</a:t>
            </a:r>
          </a:p>
          <a:p>
            <a:r>
              <a:t>그래서 이 이야기는 “대출을 늘리자”보다 “누가 긴 위험을 나눌 것인가”에 가깝다.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"성장 금융",</a:t>
            </a:r>
          </a:p>
          <a:p>
            <a:r>
              <a:t>      "label": "위험분담"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[overflow_notes]</a:t>
            </a:r>
          </a:p>
          <a:p>
            <a:r>
              <a:t>너무 안전하면 성장산업이 돈을 못 받는다.</a:t>
            </a:r>
          </a:p>
          <a:p>
            <a:r>
              <a:t>너무 위험하면 결국 손실을 누가 떠안느냐는 문제가 생긴다.</a:t>
            </a:r>
          </a:p>
          <a:p>
            <a:r>
              <a:t>이 사이의 균형이 정책금융 논쟁의 본론이다.</a:t>
            </a:r>
          </a:p>
          <a:p>
            <a:r>
              <a:t>[overflow_notes]</a:t>
            </a:r>
          </a:p>
          <a:p>
            <a:r>
              <a:t>너무 안전하면 성장산업이 돈을 못 받는다.</a:t>
            </a:r>
          </a:p>
          <a:p>
            <a:r>
              <a:t>너무 위험하면 결국 손실을 누가 떠안느냐는 문제가 생긴다.</a:t>
            </a:r>
          </a:p>
          <a:p>
            <a:r>
              <a:t>이 사이의 균형이 정책금융 논쟁의 본론이다.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"성장 금융",</a:t>
            </a:r>
          </a:p>
          <a:p>
            <a:r>
              <a:t>      "label": "위험분담"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"AI·반도체 집중 투자와 장기 인내자본 필요성 확인",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[overflow_notes]</a:t>
            </a:r>
          </a:p>
          <a:p>
            <a:r>
              <a:t>반도체, 전력망, 데이터센터, 장비, 소재가 함께 필요하다.</a:t>
            </a:r>
          </a:p>
          <a:p>
            <a:r>
              <a:t>공식자료가 “인내자본”을 말하는 이유도 이 산업이 긴 회수 기간과 대규모 선투자를 요구하기 때문이다.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반도체, 전력망, 데이터센터, 장비, 소재가 함께 필요하다.</a:t>
            </a:r>
          </a:p>
          <a:p>
            <a:r>
              <a:t>공식자료가 “인내자본”을 말하는 이유도 이 산업이 긴 회수 기간과 대규모 선투자를 요구하기 때문이다.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"장기 투자에는 기다릴 수 있는 돈이 필요하다",</a:t>
            </a:r>
          </a:p>
          <a:p>
            <a:r>
              <a:t>  "chart_source_label": "(출처: 정책브리핑)",</a:t>
            </a:r>
          </a:p>
          <a:p>
            <a:r>
              <a:t>  "data_hint": "첨단산업 투자는 회수 기간이 길고 실패 가능성도 크다.; 정부는 국민성장펀드를 통해 장기 자금을 공급하겠다고 설명하지만, 그 자체가 수익을 보장한다는 말은 아니다.; 여기서 “장기 위험자본”이라는 말은 가능성과 손실 가능성을 함께 본다는 뜻이다.",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[overflow_notes]</a:t>
            </a:r>
          </a:p>
          <a:p>
            <a:r>
              <a:t>첨단산업 투자는 회수 기간이 길고 실패 가능성도 크다.</a:t>
            </a:r>
          </a:p>
          <a:p>
            <a:r>
              <a:t>정부는 국민성장펀드를 통해 장기 자금을 공급하겠다고 설명하지만, 그 자체가 수익을 보장한다는 말은 아니다.</a:t>
            </a:r>
          </a:p>
          <a:p>
            <a:r>
              <a:t>여기서 “장기 위험자본”이라는 말은 가능성과 손실 가능성을 함께 본다는 뜻이다.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첨단산업 투자는 회수 기간이 길고 실패 가능성도 크다.</a:t>
            </a:r>
          </a:p>
          <a:p>
            <a:r>
              <a:t>정부는 국민성장펀드를 통해 장기 자금을 공급하겠다고 설명하지만, 그 자체가 수익을 보장한다는 말은 아니다.</a:t>
            </a:r>
          </a:p>
          <a:p>
            <a:r>
              <a:t>여기서 “장기 위험자본”이라는 말은 가능성과 손실 가능성을 함께 본다는 뜻이다.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"장기 투자에는 기다릴 수 있는 돈이 필요하다",</a:t>
            </a:r>
          </a:p>
          <a:p>
            <a:r>
              <a:t>  "chart_source_label": "(출처: 정책브리핑)",</a:t>
            </a:r>
          </a:p>
          <a:p>
            <a:r>
              <a:t>  "data_hint": "첨단산업 투자는 회수 기간이 길고 실패 가능성도 크다.; 정부는 국민성장펀드를 통해 장기 자금을 공급하겠다고 설명하지만, 그 자체가 수익을 보장한다는 말은 아니다.; 여기서 “장기 위험자본”이라는 말은 가능성과 손실 가능성을 함께 본다는 뜻이다.",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"은행 자본규제와 위험가중자산 논리 배경",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[overflow_notes]</a:t>
            </a:r>
          </a:p>
          <a:p>
            <a:r>
              <a:t>하지만 초기 기술, 인력, 데이터, 공정 노하우는 평가하기 어렵다.</a:t>
            </a:r>
          </a:p>
          <a:p>
            <a:r>
              <a:t>위험가중자산과 자본규제가 있는 은행 입장에서는 이런 불확실성이 비용이 된다.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하지만 초기 기술, 인력, 데이터, 공정 노하우는 평가하기 어렵다.</a:t>
            </a:r>
          </a:p>
          <a:p>
            <a:r>
              <a:t>위험가중자산과 자본규제가 있는 은행 입장에서는 이런 불확실성이 비용이 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"국민성장펀드 150조/2026년 30조 운용 방안과 투자 방식 확인",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"금융위원회",</a:t>
            </a:r>
          </a:p>
          <a:p>
            <a:r>
              <a:t>  "display_title": "국민성장펀드 150조/2026년 30조 운용 방안과 투자 방식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[overflow_notes]</a:t>
            </a:r>
          </a:p>
          <a:p>
            <a:r>
              <a:t>하지만 정책자금이 늘 좋은 결과를 만든다고 단정할 수는 없다.</a:t>
            </a:r>
          </a:p>
          <a:p>
            <a:r>
              <a:t>정책금융은 성장의 마중물일 수도, 손실의 통로일 수도 있다.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하지만 정책자금이 늘 좋은 결과를 만든다고 단정할 수는 없다.</a:t>
            </a:r>
          </a:p>
          <a:p>
            <a:r>
              <a:t>정책금융은 성장의 마중물일 수도, 손실의 통로일 수도 있다.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"금융위원회",</a:t>
            </a:r>
          </a:p>
          <a:p>
            <a:r>
              <a:t>  "display_title": "국민성장펀드 150조/2026년 30조 운용 방안과 투자 방식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[overflow_notes]</a:t>
            </a:r>
          </a:p>
          <a:p>
            <a:r>
              <a:t>은행은 예금자의 돈을 지켜야 한다.</a:t>
            </a:r>
          </a:p>
          <a:p>
            <a:r>
              <a:t>기업은 긴 투자금을 원한다.</a:t>
            </a:r>
          </a:p>
          <a:p>
            <a:r>
              <a:t>국가는 전략산업을 키우고 싶다.</a:t>
            </a:r>
          </a:p>
          <a:p>
            <a:r>
              <a:t>세 이해관계가 한 지점에서 충돌한다.</a:t>
            </a:r>
          </a:p>
          <a:p>
            <a:r>
              <a:t>[overflow_notes]</a:t>
            </a:r>
          </a:p>
          <a:p>
            <a:r>
              <a:t>은행은 예금자의 돈을 지켜야 한다.</a:t>
            </a:r>
          </a:p>
          <a:p>
            <a:r>
              <a:t>기업은 긴 투자금을 원한다.</a:t>
            </a:r>
          </a:p>
          <a:p>
            <a:r>
              <a:t>국가는 전략산업을 키우고 싶다.</a:t>
            </a:r>
          </a:p>
          <a:p>
            <a:r>
              <a:t>세 이해관계가 한 지점에서 충돌한다.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"국민성장펀드라는 이름이 붙으면 이야기는 더 어려워진다",</a:t>
            </a:r>
          </a:p>
          <a:p>
            <a:r>
              <a:t>  "chart_source_label": "(출처: 금융위원회)",</a:t>
            </a:r>
          </a:p>
          <a:p>
            <a:r>
              <a:t>  "data_hint": "국민성장펀드는 민관합동 150조 원 규모로 첨단전략산업 생태계를 지원하겠다는 정책 틀이다.; 국민참여형 펀드는 일반 국민 자금도 일부 모아 자펀드에 투자하는 구조로 설계됐다.; 그래서 이름은 성장 이야기지만, 실제 방송에서는 투자자 리스크와 정책 책임을 함께 봐야 한다.",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[overflow_notes]</a:t>
            </a:r>
          </a:p>
          <a:p>
            <a:r>
              <a:t>국민성장펀드는 민관합동 150조 원 규모로 첨단전략산업 생태계를 지원하겠다는 정책 틀이다.</a:t>
            </a:r>
          </a:p>
          <a:p>
            <a:r>
              <a:t>국민참여형 펀드는 일반 국민 자금도 일부 모아 자펀드에 투자하는 구조로 설계됐다.</a:t>
            </a:r>
          </a:p>
          <a:p>
            <a:r>
              <a:t>그래서 이름은 성장 이야기지만, 실제 방송에서는 투자자 리스크와 정책 책임을 함께 봐야 한다.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primary_official_source | 한국산업은행 국민성장펀드 공식 소개와 운영 주체 확인 | https://ngf.kdb.co.kr/GFMNMN00N00.act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국민성장펀드는 민관합동 150조 원 규모로 첨단전략산업 생태계를 지원하겠다는 정책 틀이다.</a:t>
            </a:r>
          </a:p>
          <a:p>
            <a:r>
              <a:t>국민참여형 펀드는 일반 국민 자금도 일부 모아 자펀드에 투자하는 구조로 설계됐다.</a:t>
            </a:r>
          </a:p>
          <a:p>
            <a:r>
              <a:t>그래서 이름은 성장 이야기지만, 실제 방송에서는 투자자 리스크와 정책 책임을 함께 봐야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"국민성장펀드라는 이름이 붙으면 이야기는 더 어려워진다",</a:t>
            </a:r>
          </a:p>
          <a:p>
            <a:r>
              <a:t>  "chart_source_label": "(출처: 금융위원회)",</a:t>
            </a:r>
          </a:p>
          <a:p>
            <a:r>
              <a:t>  "data_hint": "국민성장펀드는 민관합동 150조 원 규모로 첨단전략산업 생태계를 지원하겠다는 정책 틀이다.; 국민참여형 펀드는 일반 국민 자금도 일부 모아 자펀드에 투자하는 구조로 설계됐다.; 그래서 이름은 성장 이야기지만, 실제 방송에서는 투자자 리스크와 정책 책임을 함께 봐야 한다.",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"위험을 나눈다는 말은 손실 가능성도 나눈다는 뜻이다",</a:t>
            </a:r>
          </a:p>
          <a:p>
            <a:r>
              <a:t>  "chart_source_label": "(출처: 정책브리핑)",</a:t>
            </a:r>
          </a:p>
          <a:p>
            <a:r>
              <a:t>  "data_hint": "국민참여형 펀드 자료는 재정이 각 자펀드에서 20% 범위의 손실을 우선 부담하는 구조를 설명한다.; 이 장치는 투자자의 위험을 낮추려는 설계지만, 원금 손실 가능성이 사라진다는 뜻은 아니다.; 손실을 누가, 어떤 순서로, 어디까지 부담하는지가 핵심 질문이다.",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[overflow_notes]</a:t>
            </a:r>
          </a:p>
          <a:p>
            <a:r>
              <a:t>국민참여형 펀드 자료는 재정이 각 자펀드에서 20% 범위의 손실을 우선 부담하는 구조를 설명한다.</a:t>
            </a:r>
          </a:p>
          <a:p>
            <a:r>
              <a:t>이 장치는 투자자의 위험을 낮추려는 설계지만, 원금 손실 가능성이 사라진다는 뜻은 아니다.</a:t>
            </a:r>
          </a:p>
          <a:p>
            <a:r>
              <a:t>손실을 누가, 어떤 순서로, 어디까지 부담하는지가 핵심 질문이다.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visual_context | 국민참여형 국민성장펀드 상품구조도 후보 | https://www.korea.kr/multi/visualNewsView.do?newsId=148964200&amp;pWise=main&amp;pWiseMain=K3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국민참여형 펀드 자료는 재정이 각 자펀드에서 20% 범위의 손실을 우선 부담하는 구조를 설명한다.</a:t>
            </a:r>
          </a:p>
          <a:p>
            <a:r>
              <a:t>이 장치는 투자자의 위험을 낮추려는 설계지만, 원금 손실 가능성이 사라진다는 뜻은 아니다.</a:t>
            </a:r>
          </a:p>
          <a:p>
            <a:r>
              <a:t>손실을 누가, 어떤 순서로, 어디까지 부담하는지가 핵심 질문이다.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"위험을 나눈다는 말은 손실 가능성도 나눈다는 뜻이다",</a:t>
            </a:r>
          </a:p>
          <a:p>
            <a:r>
              <a:t>  "chart_source_label": "(출처: 정책브리핑)",</a:t>
            </a:r>
          </a:p>
          <a:p>
            <a:r>
              <a:t>  "data_hint": "국민참여형 펀드 자료는 재정이 각 자펀드에서 20% 범위의 손실을 우선 부담하는 구조를 설명한다.; 이 장치는 투자자의 위험을 낮추려는 설계지만, 원금 손실 가능성이 사라진다는 뜻은 아니다.; 손실을 누가, 어떤 순서로, 어디까지 부담하는지가 핵심 질문이다.",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감당…",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"공식자료는 후순위 재정 보강을 설명하지만, 반대 관점은 손실 보전과 관제상품화 논란을 제기한다."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"https://m.korea.kr/briefing/pressReleaseView.do?newsId=156739847",</a:t>
            </a:r>
          </a:p>
          <a:p>
            <a:r>
              <a:t>    "role": "policy_mechanism",</a:t>
            </a:r>
          </a:p>
          <a:p>
            <a:r>
              <a:t>    "use": "재정모펀드·공모펀드·자펀드 선정과 후순위 재정 보강 설계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"국민참여형 펀드 모집액, 재정 1200억 원, 자펀드별 손실 우선 부담 구조 확인",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"정책금융의 어려움은 “돈을 넣을 것인가”보다 “손실이 나면 누가 먼저 감당할 것인가”다.",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[overflow_notes]</a:t>
            </a:r>
          </a:p>
          <a:p>
            <a:r>
              <a:t>공식자료는 후순위 재정 보강을 설명하지만, 반대 관점은 손실 보전과 관제상품화 논란을 제기한다.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policy_mechanism | 재정모펀드·공모펀드·자펀드 선정과 후순위 재정 보강 설계 확인 | https://m.korea.kr/briefing/pressReleaseView.do?newsId=156739847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공식자료는 후순위 재정 보강을 설명하지만, 반대 관점은 손실 보전과 관제상품화 논란을 제기한다.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"https://m.korea.kr/briefing/pressReleaseView.do?newsId=156739847",</a:t>
            </a:r>
          </a:p>
          <a:p>
            <a:r>
              <a:t>    "role": "policy_mechanism",</a:t>
            </a:r>
          </a:p>
          <a:p>
            <a:r>
              <a:t>    "use": "재정모펀드·공모펀드·자펀드 선정과 후순위 재정 보강 설계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"정책금융의 어려움은 “돈을 넣을 것인가”보다 “손실이 나면 누가 먼저 감당할 것인가”다.",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"AI·반도체·이차전지 1차 메가프로젝트와 생산적 금융 정책 맥락 확인",</a:t>
            </a:r>
          </a:p>
          <a:p>
            <a:r>
              <a:t>  "source_note": "https://m.korea.kr/news/policyNewsView.do?newsId=148956795",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"AI·반도체·이차전지 1차 메가프로젝트와 생산적 금융 정책 맥락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[overflow_notes]</a:t>
            </a:r>
          </a:p>
          <a:p>
            <a:r>
              <a:t>공식자료는 AI, 반도체, 이차전지 등 첨단전략산업을 넓은 지원 대상으로 제시한다.</a:t>
            </a:r>
          </a:p>
          <a:p>
            <a:r>
              <a:t>하지만 방송에서는 이것이 특정 기업 성공 보장이나 특정 상품 추천처럼 들리면 안 된다.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공식자료는 AI, 반도체, 이차전지 등 첨단전략산업을 넓은 지원 대상으로 제시한다.</a:t>
            </a:r>
          </a:p>
          <a:p>
            <a:r>
              <a:t>하지만 방송에서는 이것이 특정 기업 성공 보장이나 특정 상품 추천처럼 들리면 안 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"AI·반도체·이차전지 1차 메가프로젝트와 생산적 금융 정책 맥락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"개인 판매, 손실 보전, 관제상품화, 손실 사회화 논란 확인",</a:t>
            </a:r>
          </a:p>
          <a:p>
            <a:r>
              <a:t>  "source_note": "https://www.investchosun.com/m/article.html?contid=2026042180102",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"Investchosun",</a:t>
            </a:r>
          </a:p>
          <a:p>
            <a:r>
              <a:t>  "display_title": "개인 판매, 손실 보전, 관제상품화, 손실 사회화 논란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[overflow_notes]</a:t>
            </a:r>
          </a:p>
          <a:p>
            <a:r>
              <a:t>또 은행과 금융회사는 건전성 규제, 위험가중자산, 예금자 보호 논리 안에서 움직인다.</a:t>
            </a:r>
          </a:p>
          <a:p>
            <a:r>
              <a:t>그래서 아무도 위험을 안 지는 문제와, 누군가에게 위험을 떠넘기는 문제를 동시에 봐야 한다.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또 은행과 금융회사는 건전성 규제, 위험가중자산, 예금자 보호 논리 안에서 움직인다.</a:t>
            </a:r>
          </a:p>
          <a:p>
            <a:r>
              <a:t>그래서 아무도 위험을 안 지는 문제와, 누군가에게 위험을 떠넘기는 문제를 동시에 봐야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"Investchosun",</a:t>
            </a:r>
          </a:p>
          <a:p>
            <a:r>
              <a:t>  "display_title": "개인 판매, 손실 보전, 관제상품화, 손실 사회화 논란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"국민참여형 펀드 모집액, 재정 1200억 원, 자펀드별 손실 우선 부담 구조 확인",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[overflow_notes]</a:t>
            </a:r>
          </a:p>
          <a:p>
            <a:r>
              <a:t>하지만 위험도 함께 나눠야 한다면, 손실이 발생했을 때 재정·운용사·투자자·금융권의 책임선이 중요해진다.</a:t>
            </a:r>
          </a:p>
          <a:p>
            <a:r>
              <a:t>국민성장펀드 이야기는 결국 수익보다 위험 배분의 설계로 읽어야 한다.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visual_context | 국민참여형 국민성장펀드 상품구조도 후보 | https://www.korea.kr/multi/visualNewsView.do?newsId=148964200&amp;pWise=main&amp;pWiseMain=K3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하지만 위험도 함께 나눠야 한다면, 손실이 발생했을 때 재정·운용사·투자자·금융권의 책임선이 중요해진다.</a:t>
            </a:r>
          </a:p>
          <a:p>
            <a:r>
              <a:t>국민성장펀드 이야기는 결국 수익보다 위험 배분의 설계로 읽어야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"은행 자본규제와 위험가중자산 논리 배경",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[overflow_notes]</a:t>
            </a:r>
          </a:p>
          <a:p>
            <a:r>
              <a:t>위험가중자산이 커지면 자본 부담도 커질 수 있고, 예금자 보호 논리와도 충돌할 수 있다.</a:t>
            </a:r>
          </a:p>
          <a:p>
            <a:r>
              <a:t>따라서 생산적 금융은 구호가 아니라 자본규제와 위험분담 설계의 문제다.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위험가중자산이 커지면 자본 부담도 커질 수 있고, 예금자 보호 논리와도 충돌할 수 있다.</a:t>
            </a:r>
          </a:p>
          <a:p>
            <a:r>
              <a:t>따라서 생산적 금융은 구호가 아니라 자본규제와 위험분담 설계의 문제다.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"BIS",</a:t>
            </a:r>
          </a:p>
          <a:p>
            <a:r>
              <a:t>  "display_title": "은행 자본규제와 위험가중자산 논리 배경",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"성장 금융",</a:t>
            </a:r>
          </a:p>
          <a:p>
            <a:r>
              <a:t>      "label": "위험분담"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  <a:p>
            <a:r>
              <a:t>[overflow_notes]</a:t>
            </a:r>
          </a:p>
          <a:p>
            <a:r>
              <a:t>이 주제는 곧바로 특정 산업·기업·펀드 투자 판단처럼 보일 수 있다.</a:t>
            </a:r>
          </a:p>
          <a:p>
            <a:r>
              <a:t>그래서 수익률, 주가, 매수·매도, 유망종목식 표현은 피해야 한다.</a:t>
            </a:r>
          </a:p>
          <a:p>
            <a:r>
              <a:t>핵심은 투자 추천이 아니라 위험을 누가 나누느냐는 제도 설계다.</a:t>
            </a:r>
          </a:p>
          <a:p>
            <a:r>
              <a:t>[overflow_notes]</a:t>
            </a:r>
          </a:p>
          <a:p>
            <a:r>
              <a:t>이 주제는 곧바로 특정 산업·기업·펀드 투자 판단처럼 보일 수 있다.</a:t>
            </a:r>
          </a:p>
          <a:p>
            <a:r>
              <a:t>그래서 수익률, 주가, 매수·매도, 유망종목식 표현은 피해야 한다.</a:t>
            </a:r>
          </a:p>
          <a:p>
            <a:r>
              <a:t>핵심은 투자 추천이 아니라 위험을 누가 나누느냐는 제도 설계다.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"성장 금융",</a:t>
            </a:r>
          </a:p>
          <a:p>
            <a:r>
              <a:t>      "label": "위험분담"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"국민성장펀드 150조/2026년 30조 운용 방안과 투자 방식 확인",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"금융위원회",</a:t>
            </a:r>
          </a:p>
          <a:p>
            <a:r>
              <a:t>  "display_title": "국민성장펀드 150조/2026년 30조 운용 방안과 투자 방식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[overflow_notes]</a:t>
            </a:r>
          </a:p>
          <a:p>
            <a:r>
              <a:t>좋은 위험을 고르는 능력, 손실을 나누는 규칙, 금융권 건전성을 함께 설계할 수 있느냐는 질문이다.</a:t>
            </a:r>
          </a:p>
          <a:p>
            <a:r>
              <a:t>국민성장펀드는 그 질문을 보여주는 한 사례일 뿐, 성공을 단정할 수는 없다.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좋은 위험을 고르는 능력, 손실을 나누는 규칙, 금융권 건전성을 함께 설계할 수 있느냐는 질문이다.</a:t>
            </a:r>
          </a:p>
          <a:p>
            <a:r>
              <a:t>국민성장펀드는 그 질문을 보여주는 한 사례일 뿐, 성공을 단정할 수는 없다.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"금융위원회",</a:t>
            </a:r>
          </a:p>
          <a:p>
            <a:r>
              <a:t>  "display_title": "국민성장펀드 150조/2026년 30조 운용 방안과 투자 방식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원…",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Confirm or add source before using this slide. Manual fact-check required before broadcast.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[overflow_notes]</a:t>
            </a:r>
          </a:p>
          <a:p>
            <a:r>
              <a:t>지금 evidence pack은 enriched dry run에는 충분하지만, 방송용 완성본에는 추가 counterpoint가 필요하다.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primary_official_source | 한국산업은행 국민성장펀드 공식 소개와 운영 주체 확인 | https://ngf.kdb.co.kr/GFMNMN00N00.act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needs_source=true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지금 evidence pack은 enriched dry run에는 충분하지만, 방송용 완성본에는 추가 counterpoint가 필요하다.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Confirm or add source before using this slide.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금융위원회 공식자료는 국민성장펀…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금융위원회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연합인포맥스)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은행 자본규제와 위험가중자산 논리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 집중 투자와 장기 인내자본 필요성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위험분담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 집중 투자와 장기 인내자본 필요성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후보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은행 자본규제와 위험가중자산 논리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국민성장펀드 150조/2026년 30조 운용 방안과 투자 방식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비교·검증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국민성장펀드는 민관합동 150조…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국민성장펀드는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금융위원회)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국민참여형 펀드 자료는 재정이…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국민참여형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국민참여형 펀드 모집액, 재정 1200억 원, 자펀드별 손실 우선 부담 구조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정책브리핑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AI·반도체·이차전지 1차 메가프로젝트와 생산적 금융 정책 맥락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Investchosun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개인 판매, 손실 보전, 관제상품화, 손실 사회화 논란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국민참여형 펀드 모집액, 재정 1200억 원, 자펀드별 손실 우선 부담 구조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은행 자본규제와 위험가중자산 논리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위험분담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국민성장펀드 150조/2026년 30조 운용 방안과 투자 방식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숫자 체크리스트: 150조 원 전체 규모, 2026년 30조 원…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추가로 정책금융 실패 사례와 은행 건전성 자료를 더 확인하면 완성도가 올라…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꼭 채워야 할 자료: 금융위/산은 공식 원문, 국민참여형 펀드 손…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