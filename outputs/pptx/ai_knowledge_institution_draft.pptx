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</a:t>
            </a:r>
          </a:p>
          <a:p>
            <a:r>
              <a:t>layout_type: 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[제목] dry run representative outline. 이미지 후보: 검색창/천문관/관람객 대비 이미지. [이미지] 필요 시 별도 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</a:t>
            </a:r>
          </a:p>
          <a:p>
            <a:r>
              <a:t>layout_type: big_headline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https://www.unesco.org/en/articles/ai-and-education-protecting-rights-learners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"https://www.microsoft.com/en-us/research/publication/from-searchable-to-non-searchable-generative-ai-and-information-diversity-in-online-information-seeking/; https://www.unesco.org/en/articles/ai-and-education-protecting-rights-learners",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Microsoft Research — generative AI and information diversity. [반대관점] UNESCO — AI can support access/personalized learning if rights and safeguards are respected. [주의] 사용률/효과 수치 단정 금지.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https://www.unesco.org/en/articles/ai-and-education-protecting-rights-learners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3</a:t>
            </a:r>
          </a:p>
          <a:p>
            <a:r>
              <a:t>layout_type: quote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3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[주의] Royal Observatory 발언을 전체 교육계 입장으로 확대하지 말 것.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4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4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"https://www.bbc.com/news/articles/c2023l60370o?at_medium=RSS&amp;at_campaign=rss; 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[보조] Microsoft Research — AI-mediated inquiry and information diversity. [주의] 천문학 비유는 구조 비유로 사용.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5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5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"https://www.unesco.org/en/articles/ai-competency-framework-students; 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UNESCO AI Competency Framework, OECD Digital Education Outlook. [주의] 역할 변화는 방향성으로만 표현.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6</a:t>
            </a:r>
          </a:p>
          <a:p>
            <a:r>
              <a:t>layout_type: closing_question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6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섹션 전환용 질문. 별도 출처를 강제하지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7</a:t>
            </a:r>
          </a:p>
          <a:p>
            <a:r>
              <a:t>layout_type: section_title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7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학습 효과 단정 금지. 보조 연구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8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8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Microsoft Research — information diversity in online information seeking. [주의] 과거 검색을 낭만화하지 말 것.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9</a:t>
            </a:r>
          </a:p>
          <a:p>
            <a:r>
              <a:t>layout_type: comparison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9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"https://www.microsoft.com/en-us/research/publication/from-searchable-to-non-searchable-generative-ai-and-information-diversity-in-online-information-seeking/; 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Microsoft Research, OECD Digital Education Outlook. [주의] 교육 효과/인지 저하 단정 금지.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10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10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https://www.unesco.org/en/articles/ai-competency-framework-students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"https://www.microsoft.com/en-us/research/publication/from-searchable-to-non-searchable-generative-ai-and-information-diversity-in-online-information-seeking/; https://www.unesco.org/en/articles/ai-competency-framework-students",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Microsoft Research, UNESCO AI Competency Framework. [주의] 사고 과정 일반론은 cautious wording 유지.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https://www.unesco.org/en/articles/ai-competency-framework-students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11</a:t>
            </a:r>
          </a:p>
          <a:p>
            <a:r>
              <a:t>layout_type: quote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11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[주의] 단일 기사 기반이므로 발언 맥락 최종 확인 필요.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12</a:t>
            </a:r>
          </a:p>
          <a:p>
            <a:r>
              <a:t>layout_type: big_headline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12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방송용 punchline 후보. 사실 주장으로 쓰지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13</a:t>
            </a:r>
          </a:p>
          <a:p>
            <a:r>
              <a:t>layout_type: section_title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13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학교/박물관/천문관 공식 사례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14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14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https://www.unesco.org/en/articles/ai-competency-framework-students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"https://www.oecd.org/en/publications/oecd-digital-education-outlook-2026_062a7394-en.html; https://www.unesco.org/en/articles/ai-competency-framework-students",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OECD Digital Education Outlook, UNESCO AI Competency Framework. [주의] 교육 효과/인지 변화는 needs_fact_check 유지.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[내용] https://www.unesco.org/en/articles/ai-competency-framework-students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15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15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https://www.science.go.kr/eps/cntnts/772/moveCntnts.do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True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"https://www.unesco.org/en/articles/ai-competency-framework-students; https://www.science.go.kr/eps/cntnts/772/moveCntnts.do",</a:t>
            </a:r>
          </a:p>
          <a:p>
            <a:r>
              <a:t>  "copyright_risk": true,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image_note: 이미지 저작권 확인 필요</a:t>
            </a:r>
          </a:p>
          <a:p/>
          <a:p>
            <a:r>
              <a:t>speaker_notes:</a:t>
            </a:r>
          </a:p>
          <a:p>
            <a:r>
              <a:t>[근거] UNESCO AI Competency Framework. [기관사례] National Science Museum AI exhibition page. [주의] 모든 박물관 변화로 일반화 금지.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https://www.science.go.kr/eps/cntnts/772/moveCntnts.do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16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16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https://www.science.go.kr/eps/cntnts/772/moveCntnts.do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"https://www.bbc.com/news/articles/c2023l60370o?at_medium=RSS&amp;at_campaign=rss; https://www.science.go.kr/eps/cntnts/772/moveCntnts.do",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BBC / Royal Observatory article. [기관맥락] science museum/observatory education context. [주의] 비유이지 사실 증명 아님.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[내용] https://www.science.go.kr/eps/cntnts/772/moveCntnts.do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17</a:t>
            </a:r>
          </a:p>
          <a:p>
            <a:r>
              <a:t>layout_type: chart_placeholder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17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https://www.korea.kr/news/policyNewsView.do?newsId=148912089</a:t>
            </a:r>
          </a:p>
          <a:p>
            <a:r>
              <a:t>- https://www.science.go.kr/eps/cntnts/772/moveCntnts.do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"Chart or simple number card candidate; no chart is rendered yet.",</a:t>
            </a:r>
          </a:p>
          <a:p>
            <a:r>
              <a:t>  "source_note": "https://www.oecd.org/en/publications/oecd-digital-education-outlook-2026_062a7394-en.html; https://www.korea.kr/news/policyNewsView.do?newsId=148912089",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OECD, 정책브리핑, National Science Museum. [주의] 숫자/통계는 추가 확인 필요.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[내용] https://www.korea.kr/news/policyNewsView.do?newsId=148912089</a:t>
            </a:r>
          </a:p>
          <a:p>
            <a:r>
              <a:t>[내용] https://www.science.go.kr/eps/cntnts/772/moveCntnts.do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18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18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https://www.korea.kr/news/policyNewsView.do?newsId=148912089</a:t>
            </a:r>
          </a:p>
          <a:p>
            <a:r>
              <a:t>- https://www.sciencecenter.or.kr/kor/menu/sub.do?menuId=17_275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"https://www.korea.kr/news/policyNewsView.do?newsId=148912089; https://www.sciencecenter.or.kr/kor/menu/sub.do?menuId=17_275",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[국내연결] 정책브리핑 AI 디지털교과서, 국립광주과학관 인공지능관. [주의] 한국 사례 과확장 금지.</a:t>
            </a:r>
          </a:p>
          <a:p>
            <a:r>
              <a:t>[내용] https://www.korea.kr/news/policyNewsView.do?newsId=148912089</a:t>
            </a:r>
          </a:p>
          <a:p>
            <a:r>
              <a:t>[내용] https://www.sciencecenter.or.kr/kor/menu/sub.do?menuId=17_275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19</a:t>
            </a:r>
          </a:p>
          <a:p>
            <a:r>
              <a:t>layout_type: closing_question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19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[해석] Microsoft Research의 정보탐색 다양성 문제의식과 연결. [주의] 결론 후보로만 사용.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20</a:t>
            </a:r>
          </a:p>
          <a:p>
            <a:r>
              <a:t>layout_type: section_title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20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AI 비판/찬양으로 단순화하지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21</a:t>
            </a:r>
          </a:p>
          <a:p>
            <a:r>
              <a:t>layout_type: comparison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21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https://www.unesco.org/en/articles/ai-and-education-protecting-rights-learners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"https://www.unesco.org/en/articles/ai-and-education-protecting-rights-learners; 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[반대관점] UNESCO — access and personalized learning. [근거] OECD Digital Education Outlook. [주의] AI 찬양/비판 단순화 금지.</a:t>
            </a:r>
          </a:p>
          <a:p>
            <a:r>
              <a:t>[내용] https://www.unesco.org/en/articles/ai-and-education-protecting-rights-learners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22</a:t>
            </a:r>
          </a:p>
          <a:p>
            <a:r>
              <a:t>layout_type: headline_body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22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"https://www.unesco.org/en/articles/ai-competency-framework-students; 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consider_split: more than three body bullets</a:t>
            </a:r>
          </a:p>
          <a:p/>
          <a:p>
            <a:r>
              <a:t>speaker_notes:</a:t>
            </a:r>
          </a:p>
          <a:p>
            <a:r>
              <a:t>[근거] UNESCO AI Competency Framework, Microsoft Research. [주의] 교육 처방은 제안으로 표현.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[TODO] needs_fact_check=true: claim must be manually checked.</a:t>
            </a:r>
          </a:p>
          <a:p>
            <a:r>
              <a:t>[편집 메모] consider_split: more than three body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23</a:t>
            </a:r>
          </a:p>
          <a:p>
            <a:r>
              <a:t>layout_type: 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23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[비유] BBC/Royal Observatory 맥락에서 가져온 방송용 구조. 교육 효과나 과학 사실 증명으로 쓰지 않음.</a:t>
            </a:r>
          </a:p>
          <a:p>
            <a:r>
              <a:t>[내용] https://www.bbc.com/news/articles/c2023l60370o?at_medium=RSS&amp;at_campaign=rss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24</a:t>
            </a:r>
          </a:p>
          <a:p>
            <a:r>
              <a:t>layout_type: checklist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24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https://www.unesco.org/en/articles/ai-and-education-protecting-rights-learners</a:t>
            </a:r>
          </a:p>
          <a:p>
            <a:r>
              <a:t>- https://www.unesco.org/en/articles/ai-competency-framework-students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https://www.korea.kr/news/policyNewsView.do?newsId=148912089</a:t>
            </a:r>
          </a:p>
          <a:p>
            <a:r>
              <a:t>- https://www.science.go.kr/eps/cntnts/772/moveCntnts.do</a:t>
            </a:r>
          </a:p>
          <a:p>
            <a:r>
              <a:t>- https://www.sciencecenter.or.kr/kor/menu/sub.do?menuId=17_275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"No visual required at deck-plan stage.",</a:t>
            </a:r>
          </a:p>
          <a:p>
            <a:r>
              <a:t>  "source_note": "https://www.bbc.com/news/articles/c2023l60370o?at_medium=RSS&amp;at_campaign=rss; 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[체크리스트] evidence_pack의 실제 URL을 반영. [남은 gap] 정량 수치와 추가 기관 사례는 production 전 확인.</a:t>
            </a:r>
          </a:p>
          <a:p>
            <a:r>
              <a:t>[내용] https://www.bbc.com/news/articles/c2023l60370o?at_medium=RSS&amp;at_campaign=rss</a:t>
            </a:r>
          </a:p>
          <a:p>
            <a:r>
              <a:t>[내용] https://www.microsoft.com/en-us/research/publication/from-searchable-to-non-searchable-generative-ai-and-information-diversity-in-online-information-seeking/</a:t>
            </a:r>
          </a:p>
          <a:p>
            <a:r>
              <a:t>[내용] https://www.unesco.org/en/articles/ai-and-education-protecting-rights-learners</a:t>
            </a:r>
          </a:p>
          <a:p>
            <a:r>
              <a:t>[내용] https://www.unesco.org/en/articles/ai-competency-framework-students</a:t>
            </a:r>
          </a:p>
          <a:p>
            <a:r>
              <a:t>[내용] https://www.oecd.org/en/publications/oecd-digital-education-outlook-2026_062a7394-en.html</a:t>
            </a:r>
          </a:p>
          <a:p>
            <a:r>
              <a:t>[내용] https://www.korea.kr/news/policyNewsView.do?newsId=148912089</a:t>
            </a:r>
          </a:p>
          <a:p>
            <a:r>
              <a:t>[내용] https://www.science.go.kr/eps/cntnts/772/moveCntnts.do</a:t>
            </a:r>
          </a:p>
          <a:p>
            <a:r>
              <a:t>[내용] https://www.sciencecenter.or.kr/kor/menu/sub.do?menuId=17_275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25</a:t>
            </a:r>
          </a:p>
          <a:p>
            <a:r>
              <a:t>layout_type: closing_question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25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마무리 문장. 효과 단정이 아니라 질문형 결론으로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26</a:t>
            </a:r>
          </a:p>
          <a:p>
            <a:r>
              <a:t>layout_type: big_headline</a:t>
            </a:r>
          </a:p>
          <a:p>
            <a:r>
              <a:t>style_profile_loaded: False</a:t>
            </a:r>
          </a:p>
          <a:p>
            <a:r>
              <a:t>style_profile_path: None</a:t>
            </a:r>
          </a:p>
          <a:p>
            <a:r>
              <a:t>applied_font_family: Malgun Gothic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26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방송용 punchline. 출처 없는 사실 주장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algun Gothic"/>
              </a:rPr>
              <a:t>AI 즉답 시대의 지식기관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1E9EE"/>
                </a:solidFill>
                <a:latin typeface="Malgun Gothic"/>
              </a:rPr>
              <a:t>검색창이 아니라 답안지가 된 AI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1E9EE"/>
                </a:solidFill>
                <a:latin typeface="Malgun Gothic"/>
              </a:rPr>
              <a:t>학교와 박물관은 이제 무엇을 가르쳐야 할까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81C23"/>
                </a:solidFill>
                <a:latin typeface="Malgun Gothic"/>
              </a:rPr>
              <a:t>AI가 답을 바로 주는 건 정말 편리하다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56032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모르는 것을 물으면 바로 답이 나오고, 검색 결과를 여러 개 열어보던 시간이 줄어든다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AI는 접근성과 개인화 가능성도 넓힐 수 있다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다만 편리함이 곧 배움이라는 뜻은 아니므로, 정보 탐색 과정의 변화로 조심스럽게 다룬다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0" y="4389120"/>
            <a:ext cx="2560320" cy="109728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698480" cy="6492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영국 왕립천문대 쪽에서 나온 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92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BBC 보도는 Royal Observatory 쪽 경고를 AI 의존과 인간 지식의 역할이라는 맥락에서 소개한다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이 메시지는 AI 금지가 아니라, 답을 받는 사람이 무엇을 배워야 하느냐는 질문으로 읽는다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단일 기관 사례이므로 모든 지식기관의 공식 입장처럼 일반화하지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천문대가 왜 이런 말을 했을까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천문학은 답 하나보다 관찰·추론·검증의 과정이 중요한 분야다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AI 즉답은 그 과정을 도와줄 수도, 일부 건너뛰게 만들 수도 있다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여기서는 사실 증명보다 방송용 문제 제기: 도구가 답을 줄 때 사람의 관찰은 어디에 남는가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81C23"/>
                </a:solidFill>
                <a:latin typeface="Malgun Gothic"/>
              </a:rPr>
              <a:t>이 이야기는 천문대만의 이야기가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학교, 박물관, 도서관, 과학관도 AI가 설명을 대신하는 시대의 질문을 마주한다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UNESCO와 OECD 자료는 AI 교육을 단순 도구 사용이 아니라 역량·원칙의 문제로 다룬다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따라서 핵심은 답 제공 경쟁이 아니라 질문·검증·맥락을 가르치는 역할 변화다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81C23"/>
                </a:solidFill>
                <a:latin typeface="Malgun Gothic"/>
              </a:rPr>
              <a:t>그러면 이제 공부는 무엇이 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답을 아는 능력인가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답을 의심하고 확인하는 능력인가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혹은 더 좋은 질문을 만드는 능력인가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생략되는 건 답이 아니라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2EEF1"/>
                </a:solidFill>
                <a:latin typeface="Malgun Gothic"/>
              </a:rPr>
              <a:t>AI가 답을 주면, 사람은 무엇을 덜 하게 될까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예전 검색은 귀찮았지만 흔적이 남았다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검색어를 바꿔보고, 여러 결과를 비교하고, 출처를 고르는 과정이 있었다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이 과정은 느리지만 정보 탐색의 다양성과 판단 훈련을 남긴다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Microsoft Research 자료는 generative AI가 정보 탐색 다양성에 어떤 영향을 줄 수 있는지 문제를 제기한다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1C23"/>
                </a:solidFill>
                <a:latin typeface="Malgun Gothic"/>
              </a:rPr>
              <a:t>AI 즉답은 그 과정을 압축한다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81C23"/>
                </a:solidFill>
                <a:latin typeface="Malgun Gothic"/>
              </a:rPr>
              <a:t>좋은 점: 빠르고, 친절하고, 맥락을 이어준다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81C23"/>
                </a:solidFill>
                <a:latin typeface="Malgun Gothic"/>
              </a:rPr>
              <a:t>걱정되는 점: 비교·검증·실패의 경험이 줄어들 가능성이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81C23"/>
                </a:solidFill>
                <a:latin typeface="Malgun Gothic"/>
              </a:rPr>
              <a:t>중요: 이것이 곧 학습 저하라는 단정은 아니며, 설계와 교육 원칙에 따라 달라질 수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생각은 결과가 아니라 중간 과정에 숨어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틀린 가설을 세워보고, 다른 자료와 부딪히고, 왜 틀렸는지 고치는 시간이 사고를 만든다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AI 역량 교육은 답을 받는 법보다 질문하고 평가하고 책임 있게 쓰는 법으로 확장될 필요가 있다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이 주장은 연구·프레임워크에 기대되, 인지 효과를 확정적으로 말하지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698480" cy="6492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Royal Observatory의 문제의식도 여기에 가깝다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692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Royal Observatory 관련 보도는 AI 의존 경고를 인간 지식과 배움의 가치라는 맥락에 둔다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이를 AI 반대가 아니라 질문과 검증의 필요성을 상기시키는 장면으로 사용한다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단일 기사 기반 맥락이므로 표현은 보수적으로 유지한다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81C23"/>
                </a:solidFill>
                <a:latin typeface="Malgun Gothic"/>
              </a:rPr>
              <a:t>검색왕의 시대에서 질문왕의 시대로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56032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예전엔 누가 더 잘 찾느냐의 싸움이었다면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이제는 누가 더 좋은 질문을 하느냐의 싸움일 수 있다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AI가 정답을 말할수록, 사람은 질문을 더 잘해야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0" y="4389120"/>
            <a:ext cx="2560320" cy="109728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학교와 지식기관은 무엇을 해야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2EEF1"/>
                </a:solidFill>
                <a:latin typeface="Malgun Gothic"/>
              </a:rPr>
              <a:t>답을 알려주는 곳에서, 질문을 훈련하는 곳으로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학교는 이제 정답 암기만으로 버티기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AI가 많은 정보를 설명할 수 있다면, 수업은 무엇을 외웠나보다 어떻게 확인했나를 더 물어야 할 수 있다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OECD와 UNESCO 자료는 AI 교육을 교수 원칙과 학생 역량의 문제로 다룬다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다만 교육 효과는 아직 단정하지 않고, 수업 설계의 과제로 남긴다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박물관은 전시품 옆 설명문 이상의 것이 필요해진다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설명 자체는 AI도 해줄 수 있다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그렇다면 박물관·과학관은 맥락, 경험, 질문, 토론을 더 강조해야 할 수 있다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국립과학관 AI 전시 사례는 기술을 체험형 맥락으로 보여주는 보조 사례로만 사용한다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천문관은 ‘별 이름’보다 ‘보는 법’을 가르치는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AI는 별자리 정보를 바로 줄 수 있다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하지만 밤하늘을 관찰하고, 위치를 추정하고, 계절과 시간을 연결하는 경험은 다르다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천문관 비유는 정보 전달보다 보는 법과 질문하는 법을 강조하기 위한 방송용 구조다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6400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1C23"/>
                </a:solidFill>
                <a:latin typeface="Malgun Gothic"/>
              </a:rPr>
              <a:t>이 부분은 아직 숫자가 필요하다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508760"/>
            <a:ext cx="10058400" cy="274320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[차트 후보]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57200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81C23"/>
                </a:solidFill>
                <a:latin typeface="Malgun Gothic"/>
              </a:rPr>
              <a:t>방송용 완성본에는 AI 검색 사용, 학교 AI 지침, 과학관·박물관 AI 활용 사례가 더 필요하다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1C23"/>
                </a:solidFill>
                <a:latin typeface="Malgun Gothic"/>
              </a:rPr>
              <a:t>이번 enriched dry run은 OECD·정책브리핑·과학관 사례로 1차 틀만 보강한다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81C23"/>
                </a:solidFill>
                <a:latin typeface="Malgun Gothic"/>
              </a:rPr>
              <a:t>정량 수치가 필요한 문장은 여전히 fact check 대상으로 남긴다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81C23"/>
                </a:solidFill>
                <a:latin typeface="Malgun Gothic"/>
              </a:rPr>
              <a:t>한국에서도 곧 같은 질문이 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한국에서도 AI 디지털교과서와 AI 체험 전시가 이미 정책·기관 사례로 등장한다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다만 한국 사례는 메인 논지의 증명이 아니라 후반 보조 연결로 사용한다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핵심 질문은 한국도 결국 AI를 금지할지보다 어떻게 다룰지라는 쪽으로 옮겨갈 수 있다는 점이다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81C23"/>
                </a:solidFill>
                <a:latin typeface="Malgun Gothic"/>
              </a:rPr>
              <a:t>지식기관의 경쟁자는 AI가 아니라 ‘무심코 넘어가는 습관’일지도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AI가 답을 주는 건 막기 어렵다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그렇다면 사람에게 남겨야 할 것은 답이 아니라 과정일 수 있다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보고, 의심하고, 질문하고, 다시 확인하는 습관이 지식기관의 교육 목표가 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AI를 금지할 것인가, 다루는 법을 가르칠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2EEF1"/>
                </a:solidFill>
                <a:latin typeface="Malgun Gothic"/>
              </a:rPr>
              <a:t>마지막 질문은 찬반이 아니라 교육의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1C23"/>
                </a:solidFill>
                <a:latin typeface="Malgun Gothic"/>
              </a:rPr>
              <a:t>AI를 안 쓰게 하는 건 점점 어려워진다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81C23"/>
                </a:solidFill>
                <a:latin typeface="Malgun Gothic"/>
              </a:rPr>
              <a:t>학생도, 직장인도, 관람객도 이미 AI와 함께 정보를 찾는다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81C23"/>
                </a:solidFill>
                <a:latin typeface="Malgun Gothic"/>
              </a:rPr>
              <a:t>반대로 AI는 학습 접근성과 개인화 가능성을 높일 수 있다는 주장도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81C23"/>
                </a:solidFill>
                <a:latin typeface="Malgun Gothic"/>
              </a:rPr>
              <a:t>그래서 문제는 사용 여부가 아니라, 어떤 질문을 던지고 어떤 답을 의심할지에 가깝다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81C23"/>
                </a:solidFill>
                <a:latin typeface="Malgun Gothic"/>
              </a:rPr>
              <a:t>그래서 가르쳐야 할 것은 ‘AI 정답’이 아니라 ‘AI 검산’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7040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출처를 확인하는 법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AI 답변의 빈틈을 찾는 법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다른 자료와 비교하는 법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Malgun Gothic"/>
              </a:rPr>
              <a:t>모르는 것을 모른다고 남기는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8120" y="1417320"/>
            <a:ext cx="3703320" cy="425196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81C23"/>
                </a:solidFill>
                <a:latin typeface="Malgun Gothic"/>
              </a:rPr>
              <a:t>천문학이 좋은 비유인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망원경은 하늘을 대신 봐주지 않는다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더 멀리 보게 해줄 뿐, 어디를 볼지는 사람이 정한다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AI도 답을 대신 주는 도구로만 쓰기보다, 더 좋은 질문을 돕는 도구가 될 수 있는지 묻는다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1C23"/>
                </a:solidFill>
                <a:latin typeface="Malgun Gothic"/>
              </a:rPr>
              <a:t>방송 전 꼭 채워야 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81C23"/>
                </a:solidFill>
                <a:latin typeface="Malgun Gothic"/>
              </a:rPr>
              <a:t>BBC/Royal Observatory 원문 맥락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1C23"/>
                </a:solidFill>
                <a:latin typeface="Malgun Gothic"/>
              </a:rPr>
              <a:t>AI 정보탐색·교육 관련 보조 연구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1C23"/>
                </a:solidFill>
                <a:latin typeface="Malgun Gothic"/>
              </a:rPr>
              <a:t>AI 접근성/개인화라는 counterpoint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1C23"/>
                </a:solidFill>
                <a:latin typeface="Malgun Gothic"/>
              </a:rPr>
              <a:t>한국 학교·과학관 사례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81C23"/>
                </a:solidFill>
                <a:latin typeface="Malgun Gothic"/>
              </a:rPr>
              <a:t>남은 숫자와 사례는 production 전에 추가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needs_fact_check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81C23"/>
                </a:solidFill>
                <a:latin typeface="Malgun Gothic"/>
              </a:rPr>
              <a:t>AI 시대의 공부는 정답을 맞히는 일이 아니라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좋은 질문을 만들고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답의 출처를 확인하고</a:t>
            </a:r>
          </a:p>
          <a:p>
            <a:pPr>
              <a:spcAft>
                <a:spcPts val="800"/>
              </a:spcAft>
            </a:pPr>
            <a:r>
              <a:rPr sz="2300">
                <a:solidFill>
                  <a:srgbClr val="181C23"/>
                </a:solidFill>
                <a:latin typeface="Malgun Gothic"/>
              </a:rPr>
              <a:t>모르는 것을 남겨두는 법을 배우는 일일지도 모른다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81C23"/>
                </a:solidFill>
                <a:latin typeface="Malgun Gothic"/>
              </a:rPr>
              <a:t>AI가 답을 해주면, 사람은 질문을 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56032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이제 진짜 시험 문제는 이걸지도 모른다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Malgun Gothic"/>
              </a:rPr>
              <a:t>답은 AI가 했는데, 질문은 누가 했습니까?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0" y="4389120"/>
            <a:ext cx="2560320" cy="1097280"/>
          </a:xfrm>
          <a:prstGeom prst="rect">
            <a:avLst/>
          </a:prstGeom>
          <a:solidFill>
            <a:srgbClr val="EBF1F4"/>
          </a:solidFill>
          <a:ln w="12700">
            <a:solidFill>
              <a:srgbClr val="A0A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566070"/>
                </a:solidFill>
                <a:latin typeface="Malgun Gothic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Malgun Gothic"/>
              </a:rPr>
              <a:t>draft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