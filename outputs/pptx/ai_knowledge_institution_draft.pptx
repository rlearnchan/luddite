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true,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"다른 자료와 비교하는 법",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검색창이 아니라 답안지가 된 AI</a:t>
            </a:r>
          </a:p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AI는 접근성과 개인화 가능성도 넓힐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기관 사례이므로 모든 지식기관의 공식 입장처럼 일반화하지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즉답은 그 과정을 도와줄 수도, 일부 건너뛰게 만들 수도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UNESCO와 OECD 자료는 AI 교육을 단순 도구 사용이 아니라 역량·원칙의 문제로 다룬다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생략되는 건 답이 아니라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AI가 답을 주면, 사람은 무엇을 덜 하게 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과정은 느리지만 정보 탐색의 다양성과 판단 훈련을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좋은 점: 빠르고, 친절하고, 맥락을 이어준다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걱정되는 점: 비교·검증·실패의 경험이 줄어들 가능성이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역량 교육은 답을 받는 법보다 질문하고 평가하고 책임 있게 쓰는 법으로 확장될 필요가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AI가 정답을 말할수록, 사람은 질문을 더 잘해야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학교와 지식기관은 무엇을 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답을 알려주는 곳에서, 질문을 훈련하는 곳으로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OECD와 UNESCO 자료는 AI 교육을 교수 원칙과 학생 역량의 문제로 다룬다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OECD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그렇다면 박물관·과학관은 맥락, 경험, 질문, 토론을 더 강조해야 할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하지만 밤하늘을 관찰하고, 위치를 추정하고, 계절과 시간을 연결하는 경험은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[차트]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방송용 완성본에는 AI 검색 사용, 학교 AI 지침, 과학관·박물관 AI 활용 사례가 더 필요하다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이번 enriched dry run은 OECD·정책브리핑·과학관 사례로 1차 틀만 보강한다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정량 수치가 필요한 문장은 여전히 fact check 대상으로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다만 한국 사례는 메인 논지의 증명이 아니라 후반 보조 연결로 사용한다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그렇다면 사람에게 남겨야 할 것은 답이 아니라 과정일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AI를 금지할 것인가, 다루는 법을 가르칠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마지막 질문은 찬반이 아니라 교육의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학생도, 직장인도, 관람객도 이미 AI와 함께 정보를 찾는다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반대로 AI는 학습 접근성과 개인화 가능성을 높일 수 있다는 주장도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답변의 빈틈을 찾는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더 멀리 보게 해줄 뿐, 어디를 볼지는 사람이 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181C23"/>
                </a:solidFill>
                <a:latin typeface="Malgun Gothic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접근성/개인화라는 counterpoint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답은 AI가 했는데, 질문은 누가 했습니까?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