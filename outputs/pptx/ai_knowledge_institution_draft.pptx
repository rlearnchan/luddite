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106984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143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23317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106984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143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23317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다만 교육 효과는 아직 단정하지 않고, 수업 설계의 과제로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Chart or simple number card candidate; no chart is rendered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2628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다른 자료와 비교하는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모르는 것을 모른다고 남기는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한국 학교·과학관 사례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남은 숫자와 사례는 production 전에 추가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