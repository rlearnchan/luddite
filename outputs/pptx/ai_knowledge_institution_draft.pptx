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나오고, 검색 결과를 여러 개 열어보던 시간이 줄어든다",</a:t>
            </a:r>
          </a:p>
          <a:p>
            <a:r>
              <a:t>  "AI는 접근성과 개인화 가능성도 넓힐 수 있다",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 보도는 Royal Observatory 쪽 경고를 AI 의존과 인간 지식의 역할이라는 맥락에서 소개한다",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수도, 일부 건너뛰게 만들 수도 있다",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다룬다",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"답을 의심하고 확인하는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"검색어를 바꿔보고, 여러 결과를 비교하고, 출처를 고르는 과정이 있었다",</a:t>
            </a:r>
          </a:p>
          <a:p>
            <a:r>
              <a:t>  "이 과정은 느리지만 정보 탐색의 다양성과 판단 훈련을 남긴다",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있다",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세워보고, 다른 자료와 부딪히고, 왜 틀렸는지 고치는 시간이 사고를 만든다",</a:t>
            </a:r>
          </a:p>
          <a:p>
            <a:r>
              <a:t>  "AI 역량 교육은 답을 받는 법보다 질문하고 평가하고 책임 있게 쓰는 법으로 확장될 필요가 있다",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"Royal Observatory 관련 보도는 AI 의존 경고를 인간 지식과 배움의 가치라는 맥락에 둔다",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있다면, 수업은 무엇을 외웠나보다 어떻게 확인했나를 더 물어야 할 수 있다",</a:t>
            </a:r>
          </a:p>
          <a:p>
            <a:r>
              <a:t>  "OECD와 UNESCO 자료는 AI 교육을 교수 원칙과 학생 역량의 문제로 다룬다",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맥락, 경험, 질문, 토론을 더 강조해야 할 수 있다",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"하지만 밤하늘을 관찰하고, 위치를 추정하고, 계절과 시간을 연결하는 경험은 다르다",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사용한다",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있다",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있다",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"출처를 확인하는 법",</a:t>
            </a:r>
          </a:p>
          <a:p>
            <a:r>
              <a:t>  "AI 답변의 빈틈을 찾는 법",</a:t>
            </a:r>
          </a:p>
          <a:p>
            <a:r>
              <a:t>  "다른 자료와 비교하는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정한다",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"답의 출처를 확인하고",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AI 즉답 시대의 지식기관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4028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검색창이 아니라 답안지가 된 AI</a:t>
            </a:r>
          </a:p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학교와 박물관은 이제 무엇을 가르쳐야 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모르는 것을 물으면 바로 답이 나오고, 검색 결과를 여러 개 열어보던 시간이 줄어든다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AI는 접근성과 개인화 가능성도 넓힐 수 있다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다만 편리함이 곧 배움이라는 뜻은 아니므로, 정보 탐색 과정의 변화로 조심스럽게 다룬다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BBC 보도는 Royal Observatory 쪽 경고를 AI 의존과 인간 지식의 역할이라는 맥락에서 소개한다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메시지는 AI 금지가 아니라, 답을 받는 사람이 무엇을 배워야 하느냐는 질문으로 읽는다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기관 사례이므로 모든 지식기관의 공식 입장처럼 일반화하지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천문학은 답 하나보다 관찰·추론·검증의 과정이 중요한 분야다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즉답은 그 과정을 도와줄 수도, 일부 건너뛰게 만들 수도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여기서는 사실 증명보다 방송용 문제 제기: 도구가 답을 줄 때 사람의 관찰은 어디에 남는가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u="none">
                <a:solidFill>
                  <a:srgbClr val="181C23"/>
                </a:solidFill>
                <a:latin typeface="Malgun Gothic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학교, 박물관, 도서관, 과학관도 AI가 설명을 대신하는 시대의 질문을 마주한다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UNESCO와 OECD 자료는 AI 교육을 단순 도구 사용이 아니라 역량·원칙의 문제로 다룬다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따라서 핵심은 답 제공 경쟁이 아니라 질문·검증·맥락을 가르치는 역할 변화다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u="none">
                <a:solidFill>
                  <a:srgbClr val="181C23"/>
                </a:solidFill>
                <a:latin typeface="Malgun Gothic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아는 능력인가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의심하고 확인하는 능력인가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혹은 더 좋은 질문을 만드는 능력인가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생략되는 건 답이 아니라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AI가 답을 주면, 사람은 무엇을 덜 하게 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검색어를 바꿔보고, 여러 결과를 비교하고, 출처를 고르는 과정이 있었다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과정은 느리지만 정보 탐색의 다양성과 판단 훈련을 남긴다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Microsoft Research 자료는 generative AI가 정보 탐색 다양성에 어떤 영향을 줄 수 있는지 문제를 제기한다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좋은 점: 빠르고, 친절하고, 맥락을 이어준다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걱정되는 점: 비교·검증·실패의 경험이 줄어들 가능성이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중요: 이것이 곧 학습 저하라는 단정은 아니며, 설계와 교육 원칙에 따라 달라질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틀린 가설을 세워보고, 다른 자료와 부딪히고, 왜 틀렸는지 고치는 시간이 사고를 만든다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역량 교육은 답을 받는 법보다 질문하고 평가하고 책임 있게 쓰는 법으로 확장될 필요가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주장은 연구·프레임워크에 기대되, 인지 효과를 확정적으로 말하지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Royal Observatory 관련 보도는 AI 의존 경고를 인간 지식과 배움의 가치라는 맥락에 둔다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이를 AI 반대가 아니라 질문과 검증의 필요성을 상기시키는 장면으로 사용한다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기사 기반 맥락이므로 표현은 보수적으로 유지한다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예전엔 누가 더 잘 찾느냐의 싸움이었다면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이제는 누가 더 좋은 질문을 하느냐의 싸움일 수 있다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AI가 정답을 말할수록, 사람은 질문을 더 잘해야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학교와 지식기관은 무엇을 해야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답을 알려주는 곳에서, 질문을 훈련하는 곳으로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OECD와 UNESCO 자료는 AI 교육을 교수 원칙과 학생 역량의 문제로 다룬다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다만 교육 효과는 아직 단정하지 않고, 수업 설계의 과제로 남긴다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설명 자체는 AI도 해줄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그렇다면 박물관·과학관은 맥락, 경험, 질문, 토론을 더 강조해야 할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국립과학관 AI 전시 사례는 기술을 체험형 맥락으로 보여주는 보조 사례로만 사용한다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별자리 정보를 바로 줄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하지만 밤하늘을 관찰하고, 위치를 추정하고, 계절과 시간을 연결하는 경험은 다르다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천문관 비유는 정보 전달보다 보는 법과 질문하는 법을 강조하기 위한 방송용 구조다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이 부분은 아직 숫자가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[차트 후보]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방송용 완성본에는 AI 검색 사용, 학교 AI 지침, 과학관·박물관 AI 활용 사례가 더 필요하다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이번 enriched dry run은 OECD·정책브리핑·과학관 사례로 1차 틀만 보강한다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정량 수치가 필요한 문장은 여전히 fact check 대상으로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u="none">
                <a:solidFill>
                  <a:srgbClr val="181C23"/>
                </a:solidFill>
                <a:latin typeface="Malgun Gothic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한국에서도 AI 디지털교과서와 AI 체험 전시가 이미 정책·기관 사례로 등장한다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다만 한국 사례는 메인 논지의 증명이 아니라 후반 보조 연결로 사용한다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핵심 질문은 한국도 결국 AI를 금지할지보다 어떻게 다룰지라는 쪽으로 옮겨갈 수 있다는 점이다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u="none">
                <a:solidFill>
                  <a:srgbClr val="181C23"/>
                </a:solidFill>
                <a:latin typeface="Malgun Gothic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AI가 답을 주는 건 막기 어렵다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그렇다면 사람에게 남겨야 할 것은 답이 아니라 과정일 수 있다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보고, 의심하고, 질문하고, 다시 확인하는 습관이 지식기관의 교육 목표가 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AI를 금지할 것인가, 다루는 법을 가르칠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마지막 질문은 찬반이 아니라 교육의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학생도, 직장인도, 관람객도 이미 AI와 함께 정보를 찾는다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반대로 AI는 학습 접근성과 개인화 가능성을 높일 수 있다는 주장도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그래서 문제는 사용 여부가 아니라, 어떤 질문을 던지고 어떤 답을 의심할지에 가깝다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출처를 확인하는 법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답변의 빈틈을 찾는 법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다른 자료와 비교하는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u="none">
                <a:solidFill>
                  <a:srgbClr val="181C23"/>
                </a:solidFill>
                <a:latin typeface="Malgun Gothic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망원경은 하늘을 대신 봐주지 않는다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더 멀리 보게 해줄 뿐, 어디를 볼지는 사람이 정한다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AI도 답을 대신 주는 도구로만 쓰기보다, 더 좋은 질문을 돕는 도구가 될 수 있는지 묻는다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181C23"/>
                </a:solidFill>
                <a:latin typeface="Malgun Gothic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BBC/Royal Observatory 원문 맥락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정보탐색·교육 관련 보조 연구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접근성/개인화라는 counterpoint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u="none">
                <a:solidFill>
                  <a:srgbClr val="181C23"/>
                </a:solidFill>
                <a:latin typeface="Malgun Gothic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질문을 만들고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답의 출처를 확인하고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모르는 것을 남겨두는 법을 배우는 일일지도 모른다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 진짜 시험 문제는 이걸지도 모른다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답은 AI가 했는데, 질문은 누가 했습니까?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