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"검색창을 열기도 전에",</a:t>
            </a:r>
          </a:p>
          <a:p>
            <a:r>
              <a:t>  "답안지가 먼저 나온다"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메시지는 AI 금지가 아니라"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 검색은 느렸지만",</a:t>
            </a:r>
          </a:p>
          <a:p>
            <a:r>
              <a:t>  "비교하는 흔적이 남았다"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답변의 빈틈을 찾는 법",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검색창을 열기도 전에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답안지가 먼저 나온다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generative AI and information diversity.…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Royal Observatory article. Microsoft Rese…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예전 검색은 느렸지만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비교하는 흔적이 남았다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information diversity in online informati…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, UNESCO AI Competency Framework. 사고 과정 일…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Digital Education Outlook, UNESCO AI Comp…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AI Competency Framework. National Science…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Royal Observatory article. science museum…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AI Competency Framework, Microsoft Resear…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