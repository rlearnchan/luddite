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모르는 것을 물으면 바로 답이 나오고, 검색 결과를 여러 개 열어보던 시간이 줄어든다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BBC 보도는 Royal Observatory 쪽 경고를 AI 의존과 인간 지식의 역할이라는 맥락에서 소개한다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메시지는 AI 금지가 아니라, 답을 받는 사람이 무엇을 배워야 하느냐는 질문으로 읽는다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즉답은 그 과정을 도와줄 수도, 일부 건너뛰게 만들 수도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학교, 박물관, 도서관, 과학관도 AI가 설명을 대신하는 시대의 질문을 마주한다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UNESCO와 OECD 자료는 AI 교육을 단순 도구 사용이 아니라 역량·원칙의 문제로 다룬다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의심하고 확인하는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검색어를 바꿔보고, 여러 결과를 비교하고, 출처를 고르는 과정이 있었다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틀린 가설을 세워보고, 다른 자료와 부딪히고, 왜 틀렸는지 고치는 시간이 사고를 만든다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 쓰는 법으로 확장될 필요가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Royal Observatory 관련 보도는 AI 의존 경고를 인간 지식과 배움의 가치라는 맥락에 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장면으로 사용한다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OECD와 UNESCO 자료는 AI 교육을 교수 원칙과 학생 역량의 문제로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그렇다면 박물관·과학관은 맥락, 경험, 질문, 토론을 더 강조해야 할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하지만 밤하늘을 관찰하고, 위치를 추정하고, 계절과 시간을 연결하는 경험은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방송용 완성본에는 AI 검색 사용, 학교 AI 지침, 과학관·박물관 AI 활용 사례가 더 필요하다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이번 enriched dry run은 OECD·정책브리핑·과학관 사례로 1차 틀만 보강한다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 사례로 등장한다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다만 한국 사례는 메인 논지의 증명이 아니라 후반 보조 연결로 사용한다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주장도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출처를 확인하는 법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답의 출처를 확인하고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