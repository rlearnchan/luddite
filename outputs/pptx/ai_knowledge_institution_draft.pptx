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다만 교육 효과는 아직 단정하지 않고, 수업 설계의 과제로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다른 자료와 비교하는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