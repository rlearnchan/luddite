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 제기가 나왔다.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금융위원회 공식자료는 국민성장펀드가 5년간 150조 원, 2026년 30조 원 규모로 첨단산업 생태계에 자금을 공급하는 틀이라고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news.einfomax.co.kr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은행은 자본규제와 위험가중자산을 고려해야 하므로, 위험한 자산을 무한정 늘릴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정책자료는 국민성장펀드가 AI·반도체 같은 첨단전략산업에 장기 자금을 공급하려는 틀이라고 설명한다.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첨단산업 투자는 회수 기간이 길고 실패 가능성도 크다.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초기 기술, 인력, 데이터, 공정 노하우는 평가하기 어렵다.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 것이다.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정책자금이 늘 좋은 결과를 만든다고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 지원하겠다는 정책 틀이다.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 구조로 설계됐다.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국민참여형 펀드 자료는 재정이 각 자펀드에서 20% 범위의 손실을 우선 부담하는 구조를 설명한다.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장치는 투자자의 위험을 낮추려는 설계지만, 원금 손실 가능성이 사라진다는 뜻은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 먼저 감당할 것인가”다.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공식자료는 후순위 재정 보강을 설명하지만, 반대 관점은 손실 보전과 관제상품화 논란을 제기한다.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공식자료는 AI, 반도체, 이차전지 등 첨단전략산업을 넓은 지원 대상으로 제시한다.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반대쪽 질문도 있다. 재정이 위험을 먼저 떠안으면 민간은 얼마나 책임 있게 투자할까.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위험도 함께 나눠야 한다면, 손실이 발생했을 때 재정·운용사·투자자·금융권의 책임선이 중요해진다.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위험가중자산이 커지면 자본 부담도 커질 수 있고, 예금자 보호 논리와도 충돌할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수익률, 주가, 매수·매도, 유망종목식 표현은 피해야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위험을 고르는 능력, 손실을 나누는 규칙, 금융권 건전성을 함께 설계할 수 있느냐는 질문이다.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