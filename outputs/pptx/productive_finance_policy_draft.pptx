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설비",</a:t>
            </a:r>
          </a:p>
          <a:p>
            <a:r>
              <a:t>  "그래서 이 이야기는 “대출을 늘리자”보다 “누가 긴 위험을 나눌…"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나눠지는…",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생태계를…",</a:t>
            </a:r>
          </a:p>
          <a:p>
            <a:r>
              <a:t>  "국민참여형 펀드는 일반 국민 자금도 일부 모아 자펀드에 투자하는…"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장치는 투자자의 위험을 낮추려는 설계지만",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누가…",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있다",</a:t>
            </a:r>
          </a:p>
          <a:p>
            <a:r>
              <a:t>  "또 은행과 금융회사는 건전성 규제"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수…",</a:t>
            </a:r>
          </a:p>
          <a:p>
            <a:r>
              <a:t>  "그래서 수익률"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규모",</a:t>
            </a:r>
          </a:p>
          <a:p>
            <a:r>
              <a:t>  "정책 효과가 아니라 구조를 설명하는 숫자로만 사용한다."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원문",</a:t>
            </a:r>
          </a:p>
          <a:p>
            <a:r>
              <a:t>  "지금 evidence pack은 enriched dry run에는 충분"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News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연합인포맥스 후보 기사 + 금융위원회 공식자료. 발언 원문 맥락은 방송 전…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은행은 자본규제와 위험가중자산을 고려해야 하므로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Basel III 프레임워크 + 국내 인내자본/건전성 규제 논의. 국내 감…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AI와 반도체는 소프트웨어 개발비만의 문제가 아니라 설비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그래서 이 이야기는 “대출을 늘리자”보다 “누가 긴 위험을 나눌…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AI·반도체 장기 투자와 1차 메가프로젝트 자료. 세부 투자 규모는 방송…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needs_fact_check=true: claim must be manu…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장치는 투자자의 위험을 낮추려는 설계지만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손실을 누가, 어떤 순서로, 어디까지 부담하는지가 핵심 질문이다.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판매 구조와 카드뉴스. 투자 위험 표현은 반드시 보수적으로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반대쪽 질문도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또 은행과 금융회사는 건전성 규제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위험가중자산이 커지면 자본 부담도 커질 수 있고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Basel III + 국내 인내자본 논의. 국내 감독자료 추가 확인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수익률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위험을 고르는 능력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숫자 체크리스트: 150조 원 전체 규모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꼭 채워야 할 자료: 금융위/산은 공식 원문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지금 evidence pack은 enriched dry run에는 충분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