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다만 이 발언과 정책 숫자가 곧 정책 성공을 뜻하는 것은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국가는 전략산업을 키우고 싶다.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세 이해관계가 한 지점에서 충돌한다.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