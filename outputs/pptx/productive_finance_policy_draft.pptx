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"금융은 안전하게 돈을 빌려주는 산업인가",</a:t>
            </a:r>
          </a:p>
          <a:p>
            <a:r>
              <a:t>  "아니면 성장 위험을 나눠지는 산업인가"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"“담보 및 단기수익 중심 금융 경쟁은 앞서가기 어렵다”는 문제 제기가 나왔다.",</a:t>
            </a:r>
          </a:p>
          <a:p>
            <a:r>
              <a:t>  "금융위원회 공식자료는 국민성장펀드가 5년간 150조 원, 2026년 30조 원 규모로 첨단산업 생태계에 자금을 공급하는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이 발언과 정책 숫자가 곧 정책 성공을 뜻하는 것은 아니다."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"https://news.einfomax.co.kr/news/articleView.html?idxno=4415444",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"돈을 빌려줄 때 가장 쉬운 질문은 “담보가 있나?”다.",</a:t>
            </a:r>
          </a:p>
          <a:p>
            <a:r>
              <a:t>  "은행은 자본규제와 위험가중자산을 고려해야 하므로, 위험한 자산을 무한정 늘릴 수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장기 위험자본 논의는 은행의 본능을 비난하는 문제가 아니라 금융 시스템의 설계 문제에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"AI와 반도체는 소프트웨어 개발비만의 문제가 아니라 설비, 전력, 공정, 인력, 공급망이 함께 필요한 산업이다.",</a:t>
            </a:r>
          </a:p>
          <a:p>
            <a:r>
              <a:t>  "정책자료는 국민성장펀드가 AI·반도체 같은 첨단전략산업에 장기 자금을 공급하려는 틀이라고 설명한다."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 이야기는 “대출을 늘리자”보다 “누가 긴 위험을 나눌 것인가”에 가깝다."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"너무 안전하면 성장산업이 돈을 못 받는다.",</a:t>
            </a:r>
          </a:p>
          <a:p>
            <a:r>
              <a:t>  "너무 위험하면 결국 손실을 누가 떠안느냐는 문제가 생긴다."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사이의 균형이 정책금융 논쟁의 본론이다."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모델만으로 돌아가지 않는다.",</a:t>
            </a:r>
          </a:p>
          <a:p>
            <a:r>
              <a:t>  "반도체, 전력망, 데이터센터, 장비, 소재가 함께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"공식자료가 “인내자본”을 말하는 이유도 이 산업이 긴 회수 기간과 대규모 선투자를 요구하기 때문이다."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"첨단산업 투자는 회수 기간이 길고 실패 가능성도 크다.",</a:t>
            </a:r>
          </a:p>
          <a:p>
            <a:r>
              <a:t>  "정부는 국민성장펀드를 통해 장기 자금을 공급하겠다고 설명하지만, 그 자체가 수익을 보장한다는 말은 아니다.",</a:t>
            </a:r>
          </a:p>
          <a:p>
            <a:r>
              <a:t>  "여기서 “장기 위험자본”이라는 말은 가능성과 손실 가능성을 함께 본다는 뜻이다."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"https://www.korea.kr/news/policyNewsView.do?newsId=148961201&amp;pWise=main&amp;pWiseMain=A4",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"공장, 토지, 건물은 담보로 잡기 쉽다.",</a:t>
            </a:r>
          </a:p>
          <a:p>
            <a:r>
              <a:t>  "하지만 초기 기술, 인력, 데이터, 공정 노하우는 평가하기 어렵다."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"위험가중자산과 자본규제가 있는 은행 입장에서는 이런 불확실성이 비용이 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명분은 민간이 감당하기 어려운 초기 위험을 나눠지는 것이다.",</a:t>
            </a:r>
          </a:p>
          <a:p>
            <a:r>
              <a:t>  "하지만 정책자금이 늘 좋은 결과를 만든다고 단정할 수는 없다."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"정책금융은 성장의 마중물일 수도, 손실의 통로일 수도 있다."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"은행은 예금자의 돈을 지켜야 한다.",</a:t>
            </a:r>
          </a:p>
          <a:p>
            <a:r>
              <a:t>  "기업은 긴 투자금을 원한다."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"국가는 전략산업을 키우고 싶다.",</a:t>
            </a:r>
          </a:p>
          <a:p>
            <a:r>
              <a:t>  "세 이해관계가 한 지점에서 충돌한다."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"국민성장펀드는 민관합동 150조 원 규모로 첨단전략산업 생태계를 지원하겠다는 정책 틀이다.",</a:t>
            </a:r>
          </a:p>
          <a:p>
            <a:r>
              <a:t>  "국민참여형 펀드는 일반 국민 자금도 일부 모아 자펀드에 투자하는 구조로 설계됐다."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이름은 성장 이야기지만, 실제 방송에서는 투자자 리스크와 정책 책임을 함께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"국민참여형 펀드 자료는 재정이 각 자펀드에서 20% 범위의 손실을 우선 부담하는 구조를 설명한다.",</a:t>
            </a:r>
          </a:p>
          <a:p>
            <a:r>
              <a:t>  "이 장치는 투자자의 위험을 낮추려는 설계지만, 원금 손실 가능성이 사라진다는 뜻은 아니다."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"손실을 누가, 어떤 순서로, 어디까지 부담하는지가 핵심 질문이다."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"정책금융의 어려움은 “돈을 넣을 것인가”보다 “손실이 나면 누가 먼저 감당할 것인가”다.",</a:t>
            </a:r>
          </a:p>
          <a:p>
            <a:r>
              <a:t>  "공식자료는 후순위 재정 보강을 설명하지만, 반대 관점은 손실 보전과 관제상품화 논란을 제기한다.",</a:t>
            </a:r>
          </a:p>
          <a:p>
            <a:r>
              <a:t>  "이 둘을 같이 봐야 정책금융 논쟁이 단순 찬반으로 흐르지 않는다."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"공식자료는 AI, 반도체, 이차전지 등 첨단전략산업을 넓은 지원 대상으로 제시한다.",</a:t>
            </a:r>
          </a:p>
          <a:p>
            <a:r>
              <a:t>  "하지만 방송에서는 이것이 특정 기업 성공 보장이나 특정 상품 추천처럼 들리면 안 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"성장산업 지원과 특정 기업 밀어주기는 구분해서 다뤄야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"https://m.korea.kr/news/policyNewsView.do?newsId=148956795",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"반대쪽 질문도 있다. 재정이 위험을 먼저 떠안으면 민간은 얼마나 책임 있게 투자할까.",</a:t>
            </a:r>
          </a:p>
          <a:p>
            <a:r>
              <a:t>  "또 은행과 금융회사는 건전성 규제, 위험가중자산, 예금자 보호 논리 안에서 움직인다."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"그래서 아무도 위험을 안 지는 문제와, 누군가에게 위험을 떠넘기는 문제를 동시에 봐야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"https://www.investchosun.com/m/article.html?contid=2026042180102",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"성장의 과실을 함께 나누자는 말은 듣기 좋다.",</a:t>
            </a:r>
          </a:p>
          <a:p>
            <a:r>
              <a:t>  "하지만 위험도 함께 나눠야 한다면, 손실이 발생했을 때 재정·운용사·투자자·금융권의 책임선이 중요해진다."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 이야기는 결국 수익보다 위험 배분의 설계로 읽어야 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"https://www.korea.kr/news/policyNewsView.do?newsId=148963908&amp;pWise=main&amp;pWiseMain=R3",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"금융권에 성장산업 투자를 요구하면 곧바로 건전성 문제가 따라온다.",</a:t>
            </a:r>
          </a:p>
          <a:p>
            <a:r>
              <a:t>  "위험가중자산이 커지면 자본 부담도 커질 수 있고, 예금자 보호 논리와도 충돌할 수 있다."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"따라서 생산적 금융은 구호가 아니라 자본규제와 위험분담 설계의 문제다."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"https://www.bis.org/bcbs/basel3.htm",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diagram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 주제는 곧바로 특정 산업·기업·펀드 투자 판단처럼 보일 수 있다.",</a:t>
            </a:r>
          </a:p>
          <a:p>
            <a:r>
              <a:t>  "그래서 수익률, 주가, 매수·매도, 유망종목식 표현은 피해야 한다."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"핵심은 투자 추천이 아니라 위험을 누가 나누느냐는 제도 설계다."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"diagram",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"[도식]",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article_quote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"생산적 금융의 질문은 “정부 정책이 맞다/틀리다”가 아니다.",</a:t>
            </a:r>
          </a:p>
          <a:p>
            <a:r>
              <a:t>  "좋은 위험을 고르는 능력, 손실을 나누는 규칙, 금융권 건전성을 함께 설계할 수 있느냐는 질문이다."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"국민성장펀드는 그 질문을 보여주는 한 사례일 뿐, 성공을 단정할 수는 없다."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"article_quote",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"[기사 인용]",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숫자 체크리스트: 150조 원 전체 규모, 2026년 30조 원 운용, 국민참여형 6000억 원, 재정 1200억 원, 손실 우선 부담 20% 범위.",</a:t>
            </a:r>
          </a:p>
          <a:p>
            <a:r>
              <a:t>  "정책 효과가 아니라 구조를 설명하는 숫자로만 사용한다.",</a:t>
            </a:r>
          </a:p>
          <a:p>
            <a:r>
              <a:t>  "추가로 정책금융 실패 사례와 은행 건전성 자료를 더 확인하면 완성도가 올라간다."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False</a:t>
            </a:r>
          </a:p>
          <a:p>
            <a:r>
              <a:t>style_profile_path: None</a:t>
            </a:r>
          </a:p>
          <a:p>
            <a:r>
              <a:t>applied_font_family: Malgun Gothic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 전 꼭 채워야 할 자료: 금융위/산은 공식 원문, 국민참여형 펀드 손실분담 구조, AI·반도체 장기 투자 규모, 관치금융/정책금융 실패 반론, 은행 건전성·위험가중자산 자료.",</a:t>
            </a:r>
          </a:p>
          <a:p>
            <a:r>
              <a:t>  "지금 evidence pack은 enriched dry run에는 충분하지만, 방송용 완성본에는 추가 counterpoint가 필요하다."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"https://www.fsc.go.kr/no010101/86834?curPage=2&amp;srchBeginDt=&amp;srchCtgry=&amp;srchEndDt=&amp;srchKey=&amp;srchText=",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u="none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546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 b="0" u="none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news.einfomax.co.kr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6400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566070"/>
                </a:solidFill>
                <a:latin typeface="Malgun Gothic"/>
              </a:rPr>
              <a:t>[차트]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7200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 b="0" u="none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6766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 b="0" u="none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58200" y="4389120"/>
            <a:ext cx="2560320" cy="109728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금융위원회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698480" cy="6492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u="none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38328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00200"/>
            <a:ext cx="7040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 b="0" u="none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2700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66070"/>
                </a:solidFill>
                <a:latin typeface="Malgun Gothic"/>
              </a:rPr>
              <a:t>[기사 인용]</a:t>
            </a:r>
          </a:p>
          <a:p>
            <a:pPr algn="ctr">
              <a:spcBef>
                <a:spcPts val="800"/>
              </a:spcBef>
            </a:pPr>
            <a:r>
              <a:rPr sz="1800" b="1">
                <a:solidFill>
                  <a:srgbClr val="000000"/>
                </a:solidFill>
                <a:latin typeface="Malgun Gothic"/>
              </a:rPr>
              <a:t>BIS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566070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u="none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u="none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u="none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 b="0" u="none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u="none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 b="0" u="none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